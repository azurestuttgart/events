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60" r:id="rId4"/>
    <p:sldId id="262" r:id="rId5"/>
    <p:sldId id="261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C6"/>
    <a:srgbClr val="3E9CD7"/>
    <a:srgbClr val="A19530"/>
    <a:srgbClr val="9E952F"/>
    <a:srgbClr val="1E2337"/>
    <a:srgbClr val="007FC7"/>
    <a:srgbClr val="96CA3B"/>
    <a:srgbClr val="64A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F50AF-66E4-49ED-9BC3-72EB762ED8CE}" v="7" dt="2024-10-24T08:43:08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6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01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Abt" userId="7aa89f94c74be9e0" providerId="LiveId" clId="{A0C78BC2-DCED-4997-8FA9-69605D31ADBB}"/>
    <pc:docChg chg="undo custSel addSld modSld">
      <pc:chgData name="Ben Abt" userId="7aa89f94c74be9e0" providerId="LiveId" clId="{A0C78BC2-DCED-4997-8FA9-69605D31ADBB}" dt="2024-06-03T13:57:49.679" v="216" actId="120"/>
      <pc:docMkLst>
        <pc:docMk/>
      </pc:docMkLst>
      <pc:sldChg chg="delSp modSp add mod">
        <pc:chgData name="Ben Abt" userId="7aa89f94c74be9e0" providerId="LiveId" clId="{A0C78BC2-DCED-4997-8FA9-69605D31ADBB}" dt="2024-05-24T09:10:24.689" v="88" actId="14100"/>
        <pc:sldMkLst>
          <pc:docMk/>
          <pc:sldMk cId="3227771932" sldId="265"/>
        </pc:sldMkLst>
        <pc:spChg chg="mod">
          <ac:chgData name="Ben Abt" userId="7aa89f94c74be9e0" providerId="LiveId" clId="{A0C78BC2-DCED-4997-8FA9-69605D31ADBB}" dt="2024-05-24T09:10:24.689" v="88" actId="14100"/>
          <ac:spMkLst>
            <pc:docMk/>
            <pc:sldMk cId="3227771932" sldId="265"/>
            <ac:spMk id="7" creationId="{CF65D0C5-4BFF-0EEB-5AD0-0F5E4475EAAE}"/>
          </ac:spMkLst>
        </pc:spChg>
        <pc:spChg chg="del">
          <ac:chgData name="Ben Abt" userId="7aa89f94c74be9e0" providerId="LiveId" clId="{A0C78BC2-DCED-4997-8FA9-69605D31ADBB}" dt="2024-05-24T09:08:37.880" v="45" actId="478"/>
          <ac:spMkLst>
            <pc:docMk/>
            <pc:sldMk cId="3227771932" sldId="265"/>
            <ac:spMk id="8" creationId="{CDAF39CC-EF1E-8675-6BC0-6ADF9A94AA6E}"/>
          </ac:spMkLst>
        </pc:spChg>
        <pc:picChg chg="mod">
          <ac:chgData name="Ben Abt" userId="7aa89f94c74be9e0" providerId="LiveId" clId="{A0C78BC2-DCED-4997-8FA9-69605D31ADBB}" dt="2024-05-24T09:08:41.818" v="48" actId="1076"/>
          <ac:picMkLst>
            <pc:docMk/>
            <pc:sldMk cId="3227771932" sldId="265"/>
            <ac:picMk id="4" creationId="{F177734A-CEE8-C359-B33C-F72C97538359}"/>
          </ac:picMkLst>
        </pc:picChg>
        <pc:picChg chg="del">
          <ac:chgData name="Ben Abt" userId="7aa89f94c74be9e0" providerId="LiveId" clId="{A0C78BC2-DCED-4997-8FA9-69605D31ADBB}" dt="2024-05-24T09:08:38.670" v="46" actId="478"/>
          <ac:picMkLst>
            <pc:docMk/>
            <pc:sldMk cId="3227771932" sldId="265"/>
            <ac:picMk id="6" creationId="{0B1A9CDB-20BF-108C-B539-79A0DEEA18A7}"/>
          </ac:picMkLst>
        </pc:picChg>
        <pc:picChg chg="del">
          <ac:chgData name="Ben Abt" userId="7aa89f94c74be9e0" providerId="LiveId" clId="{A0C78BC2-DCED-4997-8FA9-69605D31ADBB}" dt="2024-05-24T09:08:22.107" v="1" actId="478"/>
          <ac:picMkLst>
            <pc:docMk/>
            <pc:sldMk cId="3227771932" sldId="265"/>
            <ac:picMk id="1026" creationId="{074954C5-53BE-5FAE-18D3-595445BE9D60}"/>
          </ac:picMkLst>
        </pc:picChg>
      </pc:sldChg>
      <pc:sldChg chg="delSp modSp add mod">
        <pc:chgData name="Ben Abt" userId="7aa89f94c74be9e0" providerId="LiveId" clId="{A0C78BC2-DCED-4997-8FA9-69605D31ADBB}" dt="2024-06-03T13:57:49.679" v="216" actId="120"/>
        <pc:sldMkLst>
          <pc:docMk/>
          <pc:sldMk cId="843701621" sldId="266"/>
        </pc:sldMkLst>
        <pc:spChg chg="mod">
          <ac:chgData name="Ben Abt" userId="7aa89f94c74be9e0" providerId="LiveId" clId="{A0C78BC2-DCED-4997-8FA9-69605D31ADBB}" dt="2024-06-03T13:57:49.679" v="216" actId="120"/>
          <ac:spMkLst>
            <pc:docMk/>
            <pc:sldMk cId="843701621" sldId="266"/>
            <ac:spMk id="9" creationId="{84783E85-D8C3-4EFF-B8EC-C7EBB65EE1FF}"/>
          </ac:spMkLst>
        </pc:spChg>
        <pc:spChg chg="mod">
          <ac:chgData name="Ben Abt" userId="7aa89f94c74be9e0" providerId="LiveId" clId="{A0C78BC2-DCED-4997-8FA9-69605D31ADBB}" dt="2024-06-03T13:57:45.107" v="215" actId="20577"/>
          <ac:spMkLst>
            <pc:docMk/>
            <pc:sldMk cId="843701621" sldId="266"/>
            <ac:spMk id="10" creationId="{C0CAB91E-1139-4EF0-8700-10223982FC96}"/>
          </ac:spMkLst>
        </pc:spChg>
        <pc:spChg chg="del mod">
          <ac:chgData name="Ben Abt" userId="7aa89f94c74be9e0" providerId="LiveId" clId="{A0C78BC2-DCED-4997-8FA9-69605D31ADBB}" dt="2024-06-03T13:56:55.819" v="136" actId="478"/>
          <ac:spMkLst>
            <pc:docMk/>
            <pc:sldMk cId="843701621" sldId="266"/>
            <ac:spMk id="11" creationId="{9C2D5CCA-9637-4CAA-AA2A-856701F5483C}"/>
          </ac:spMkLst>
        </pc:spChg>
        <pc:picChg chg="del">
          <ac:chgData name="Ben Abt" userId="7aa89f94c74be9e0" providerId="LiveId" clId="{A0C78BC2-DCED-4997-8FA9-69605D31ADBB}" dt="2024-06-03T13:56:23.741" v="90" actId="478"/>
          <ac:picMkLst>
            <pc:docMk/>
            <pc:sldMk cId="843701621" sldId="266"/>
            <ac:picMk id="4" creationId="{7F76694D-60A0-49E5-8BF4-2ABA06144AD3}"/>
          </ac:picMkLst>
        </pc:picChg>
        <pc:picChg chg="mod">
          <ac:chgData name="Ben Abt" userId="7aa89f94c74be9e0" providerId="LiveId" clId="{A0C78BC2-DCED-4997-8FA9-69605D31ADBB}" dt="2024-06-03T13:56:25.387" v="92" actId="1076"/>
          <ac:picMkLst>
            <pc:docMk/>
            <pc:sldMk cId="843701621" sldId="266"/>
            <ac:picMk id="6" creationId="{ADBC9A0D-9EB3-4978-816B-6B3A148C7734}"/>
          </ac:picMkLst>
        </pc:picChg>
        <pc:picChg chg="del">
          <ac:chgData name="Ben Abt" userId="7aa89f94c74be9e0" providerId="LiveId" clId="{A0C78BC2-DCED-4997-8FA9-69605D31ADBB}" dt="2024-06-03T13:56:24.158" v="91" actId="478"/>
          <ac:picMkLst>
            <pc:docMk/>
            <pc:sldMk cId="843701621" sldId="266"/>
            <ac:picMk id="7" creationId="{E7C4DA1D-0795-4DD6-8636-06C45999D0FA}"/>
          </ac:picMkLst>
        </pc:picChg>
      </pc:sldChg>
    </pc:docChg>
  </pc:docChgLst>
  <pc:docChgLst>
    <pc:chgData name="Benjamin Abt" userId="7aa89f94c74be9e0" providerId="LiveId" clId="{DFE5D645-84E6-4D93-99EC-F5CC032CF1DE}"/>
    <pc:docChg chg="undo custSel addSld modSld">
      <pc:chgData name="Benjamin Abt" userId="7aa89f94c74be9e0" providerId="LiveId" clId="{DFE5D645-84E6-4D93-99EC-F5CC032CF1DE}" dt="2022-11-03T17:24:52.452" v="538" actId="1076"/>
      <pc:docMkLst>
        <pc:docMk/>
      </pc:docMkLst>
      <pc:sldChg chg="addSp delSp">
        <pc:chgData name="Benjamin Abt" userId="7aa89f94c74be9e0" providerId="LiveId" clId="{DFE5D645-84E6-4D93-99EC-F5CC032CF1DE}" dt="2022-11-03T17:22:42.986" v="523"/>
        <pc:sldMkLst>
          <pc:docMk/>
          <pc:sldMk cId="1092262098" sldId="259"/>
        </pc:sldMkLst>
        <pc:spChg chg="add del">
          <ac:chgData name="Benjamin Abt" userId="7aa89f94c74be9e0" providerId="LiveId" clId="{DFE5D645-84E6-4D93-99EC-F5CC032CF1DE}" dt="2022-11-03T17:22:42.986" v="523"/>
          <ac:spMkLst>
            <pc:docMk/>
            <pc:sldMk cId="1092262098" sldId="259"/>
            <ac:spMk id="3" creationId="{A20177C7-B57B-8589-6D8C-27C9B8323DD3}"/>
          </ac:spMkLst>
        </pc:spChg>
      </pc:sldChg>
      <pc:sldChg chg="addSp delSp modSp add mod setBg">
        <pc:chgData name="Benjamin Abt" userId="7aa89f94c74be9e0" providerId="LiveId" clId="{DFE5D645-84E6-4D93-99EC-F5CC032CF1DE}" dt="2022-11-03T17:24:52.452" v="538" actId="1076"/>
        <pc:sldMkLst>
          <pc:docMk/>
          <pc:sldMk cId="3014810223" sldId="260"/>
        </pc:sldMkLst>
        <pc:spChg chg="del">
          <ac:chgData name="Benjamin Abt" userId="7aa89f94c74be9e0" providerId="LiveId" clId="{DFE5D645-84E6-4D93-99EC-F5CC032CF1DE}" dt="2022-11-03T16:49:55.736" v="509" actId="478"/>
          <ac:spMkLst>
            <pc:docMk/>
            <pc:sldMk cId="3014810223" sldId="260"/>
            <ac:spMk id="2" creationId="{27C4E10D-646A-4638-8414-B1B118AD4CAA}"/>
          </ac:spMkLst>
        </pc:spChg>
        <pc:spChg chg="del mod">
          <ac:chgData name="Benjamin Abt" userId="7aa89f94c74be9e0" providerId="LiveId" clId="{DFE5D645-84E6-4D93-99EC-F5CC032CF1DE}" dt="2022-11-03T16:45:22.994" v="335" actId="478"/>
          <ac:spMkLst>
            <pc:docMk/>
            <pc:sldMk cId="3014810223" sldId="260"/>
            <ac:spMk id="9" creationId="{84783E85-D8C3-4EFF-B8EC-C7EBB65EE1FF}"/>
          </ac:spMkLst>
        </pc:spChg>
        <pc:spChg chg="add del mod">
          <ac:chgData name="Benjamin Abt" userId="7aa89f94c74be9e0" providerId="LiveId" clId="{DFE5D645-84E6-4D93-99EC-F5CC032CF1DE}" dt="2022-11-03T16:45:23.590" v="337" actId="478"/>
          <ac:spMkLst>
            <pc:docMk/>
            <pc:sldMk cId="3014810223" sldId="260"/>
            <ac:spMk id="10" creationId="{C0CAB91E-1139-4EF0-8700-10223982FC96}"/>
          </ac:spMkLst>
        </pc:spChg>
        <pc:spChg chg="del">
          <ac:chgData name="Benjamin Abt" userId="7aa89f94c74be9e0" providerId="LiveId" clId="{DFE5D645-84E6-4D93-99EC-F5CC032CF1DE}" dt="2022-11-03T16:36:55.868" v="92" actId="478"/>
          <ac:spMkLst>
            <pc:docMk/>
            <pc:sldMk cId="3014810223" sldId="260"/>
            <ac:spMk id="11" creationId="{9C2D5CCA-9637-4CAA-AA2A-856701F5483C}"/>
          </ac:spMkLst>
        </pc:spChg>
        <pc:spChg chg="add del mod">
          <ac:chgData name="Benjamin Abt" userId="7aa89f94c74be9e0" providerId="LiveId" clId="{DFE5D645-84E6-4D93-99EC-F5CC032CF1DE}" dt="2022-11-03T16:43:45.425" v="242" actId="478"/>
          <ac:spMkLst>
            <pc:docMk/>
            <pc:sldMk cId="3014810223" sldId="260"/>
            <ac:spMk id="13" creationId="{BDD6E5FA-67D6-DCA4-3D75-6141A2260872}"/>
          </ac:spMkLst>
        </pc:spChg>
        <pc:spChg chg="add del mod">
          <ac:chgData name="Benjamin Abt" userId="7aa89f94c74be9e0" providerId="LiveId" clId="{DFE5D645-84E6-4D93-99EC-F5CC032CF1DE}" dt="2022-11-03T16:45:24.139" v="338" actId="478"/>
          <ac:spMkLst>
            <pc:docMk/>
            <pc:sldMk cId="3014810223" sldId="260"/>
            <ac:spMk id="14" creationId="{915EEFC1-ED1B-256B-6B64-D7543669EFF9}"/>
          </ac:spMkLst>
        </pc:spChg>
        <pc:spChg chg="add del mod">
          <ac:chgData name="Benjamin Abt" userId="7aa89f94c74be9e0" providerId="LiveId" clId="{DFE5D645-84E6-4D93-99EC-F5CC032CF1DE}" dt="2022-11-03T16:43:58.069" v="273" actId="478"/>
          <ac:spMkLst>
            <pc:docMk/>
            <pc:sldMk cId="3014810223" sldId="260"/>
            <ac:spMk id="16" creationId="{51D28E72-EAFE-426C-7CC4-61CE257D6045}"/>
          </ac:spMkLst>
        </pc:spChg>
        <pc:spChg chg="add del mod">
          <ac:chgData name="Benjamin Abt" userId="7aa89f94c74be9e0" providerId="LiveId" clId="{DFE5D645-84E6-4D93-99EC-F5CC032CF1DE}" dt="2022-11-03T16:44:12.968" v="305" actId="478"/>
          <ac:spMkLst>
            <pc:docMk/>
            <pc:sldMk cId="3014810223" sldId="260"/>
            <ac:spMk id="17" creationId="{022A808E-2F56-D8D5-609D-8832CAB84A0A}"/>
          </ac:spMkLst>
        </pc:spChg>
        <pc:spChg chg="add mod ord">
          <ac:chgData name="Benjamin Abt" userId="7aa89f94c74be9e0" providerId="LiveId" clId="{DFE5D645-84E6-4D93-99EC-F5CC032CF1DE}" dt="2022-11-03T16:50:32.004" v="514" actId="14861"/>
          <ac:spMkLst>
            <pc:docMk/>
            <pc:sldMk cId="3014810223" sldId="260"/>
            <ac:spMk id="18" creationId="{54F94924-BC8B-0C83-3253-66E1915157E3}"/>
          </ac:spMkLst>
        </pc:spChg>
        <pc:spChg chg="add mod">
          <ac:chgData name="Benjamin Abt" userId="7aa89f94c74be9e0" providerId="LiveId" clId="{DFE5D645-84E6-4D93-99EC-F5CC032CF1DE}" dt="2022-11-03T16:52:00.700" v="521" actId="207"/>
          <ac:spMkLst>
            <pc:docMk/>
            <pc:sldMk cId="3014810223" sldId="260"/>
            <ac:spMk id="19" creationId="{327536DD-8A97-E293-8712-7A51CB097539}"/>
          </ac:spMkLst>
        </pc:spChg>
        <pc:picChg chg="add del mod">
          <ac:chgData name="Benjamin Abt" userId="7aa89f94c74be9e0" providerId="LiveId" clId="{DFE5D645-84E6-4D93-99EC-F5CC032CF1DE}" dt="2022-11-03T17:23:54.298" v="529" actId="478"/>
          <ac:picMkLst>
            <pc:docMk/>
            <pc:sldMk cId="3014810223" sldId="260"/>
            <ac:picMk id="3" creationId="{673BEEC9-BC5E-7163-519C-005A0D7E8AC2}"/>
          </ac:picMkLst>
        </pc:picChg>
        <pc:picChg chg="del">
          <ac:chgData name="Benjamin Abt" userId="7aa89f94c74be9e0" providerId="LiveId" clId="{DFE5D645-84E6-4D93-99EC-F5CC032CF1DE}" dt="2022-11-03T16:31:41.681" v="1" actId="478"/>
          <ac:picMkLst>
            <pc:docMk/>
            <pc:sldMk cId="3014810223" sldId="260"/>
            <ac:picMk id="4" creationId="{7F76694D-60A0-49E5-8BF4-2ABA06144AD3}"/>
          </ac:picMkLst>
        </pc:picChg>
        <pc:picChg chg="add mod ord modCrop">
          <ac:chgData name="Benjamin Abt" userId="7aa89f94c74be9e0" providerId="LiveId" clId="{DFE5D645-84E6-4D93-99EC-F5CC032CF1DE}" dt="2022-11-03T16:48:46.479" v="483" actId="1076"/>
          <ac:picMkLst>
            <pc:docMk/>
            <pc:sldMk cId="3014810223" sldId="260"/>
            <ac:picMk id="5" creationId="{A899CB7F-DE91-6D02-4E97-A7BDE48ACCF3}"/>
          </ac:picMkLst>
        </pc:picChg>
        <pc:picChg chg="mod">
          <ac:chgData name="Benjamin Abt" userId="7aa89f94c74be9e0" providerId="LiveId" clId="{DFE5D645-84E6-4D93-99EC-F5CC032CF1DE}" dt="2022-11-03T16:48:52.245" v="484" actId="1076"/>
          <ac:picMkLst>
            <pc:docMk/>
            <pc:sldMk cId="3014810223" sldId="260"/>
            <ac:picMk id="6" creationId="{ADBC9A0D-9EB3-4978-816B-6B3A148C7734}"/>
          </ac:picMkLst>
        </pc:picChg>
        <pc:picChg chg="mod ord">
          <ac:chgData name="Benjamin Abt" userId="7aa89f94c74be9e0" providerId="LiveId" clId="{DFE5D645-84E6-4D93-99EC-F5CC032CF1DE}" dt="2022-11-03T16:49:57.789" v="510" actId="1076"/>
          <ac:picMkLst>
            <pc:docMk/>
            <pc:sldMk cId="3014810223" sldId="260"/>
            <ac:picMk id="7" creationId="{E7C4DA1D-0795-4DD6-8636-06C45999D0FA}"/>
          </ac:picMkLst>
        </pc:picChg>
        <pc:picChg chg="add mod modCrop">
          <ac:chgData name="Benjamin Abt" userId="7aa89f94c74be9e0" providerId="LiveId" clId="{DFE5D645-84E6-4D93-99EC-F5CC032CF1DE}" dt="2022-11-03T16:49:34.577" v="501" actId="1076"/>
          <ac:picMkLst>
            <pc:docMk/>
            <pc:sldMk cId="3014810223" sldId="260"/>
            <ac:picMk id="12" creationId="{ADEECC95-D249-B1C2-924B-DDA576F85227}"/>
          </ac:picMkLst>
        </pc:picChg>
        <pc:picChg chg="add mod">
          <ac:chgData name="Benjamin Abt" userId="7aa89f94c74be9e0" providerId="LiveId" clId="{DFE5D645-84E6-4D93-99EC-F5CC032CF1DE}" dt="2022-11-03T17:24:52.452" v="538" actId="1076"/>
          <ac:picMkLst>
            <pc:docMk/>
            <pc:sldMk cId="3014810223" sldId="260"/>
            <ac:picMk id="15" creationId="{2ACEB384-D38C-7F85-E248-E9D1E40B8C0F}"/>
          </ac:picMkLst>
        </pc:picChg>
        <pc:picChg chg="add mod">
          <ac:chgData name="Benjamin Abt" userId="7aa89f94c74be9e0" providerId="LiveId" clId="{DFE5D645-84E6-4D93-99EC-F5CC032CF1DE}" dt="2022-11-03T17:24:45.398" v="537" actId="1076"/>
          <ac:picMkLst>
            <pc:docMk/>
            <pc:sldMk cId="3014810223" sldId="260"/>
            <ac:picMk id="2050" creationId="{E9EC5727-25BA-EF26-D5F0-31DC5372F0DB}"/>
          </ac:picMkLst>
        </pc:picChg>
      </pc:sldChg>
    </pc:docChg>
  </pc:docChgLst>
  <pc:docChgLst>
    <pc:chgData name="Benjamin Abt" userId="7aa89f94c74be9e0" providerId="LiveId" clId="{11B3E41A-B951-40AA-A800-3066FCEF6658}"/>
    <pc:docChg chg="undo custSel modSld">
      <pc:chgData name="Benjamin Abt" userId="7aa89f94c74be9e0" providerId="LiveId" clId="{11B3E41A-B951-40AA-A800-3066FCEF6658}" dt="2022-04-22T11:06:54.651" v="111" actId="20577"/>
      <pc:docMkLst>
        <pc:docMk/>
      </pc:docMkLst>
      <pc:sldChg chg="addSp delSp modSp mod setBg">
        <pc:chgData name="Benjamin Abt" userId="7aa89f94c74be9e0" providerId="LiveId" clId="{11B3E41A-B951-40AA-A800-3066FCEF6658}" dt="2022-04-22T11:06:54.651" v="111" actId="20577"/>
        <pc:sldMkLst>
          <pc:docMk/>
          <pc:sldMk cId="1092262098" sldId="259"/>
        </pc:sldMkLst>
        <pc:spChg chg="add mod">
          <ac:chgData name="Benjamin Abt" userId="7aa89f94c74be9e0" providerId="LiveId" clId="{11B3E41A-B951-40AA-A800-3066FCEF6658}" dt="2022-04-18T15:50:49.869" v="51" actId="1076"/>
          <ac:spMkLst>
            <pc:docMk/>
            <pc:sldMk cId="1092262098" sldId="259"/>
            <ac:spMk id="2" creationId="{27C4E10D-646A-4638-8414-B1B118AD4CAA}"/>
          </ac:spMkLst>
        </pc:spChg>
        <pc:spChg chg="del">
          <ac:chgData name="Benjamin Abt" userId="7aa89f94c74be9e0" providerId="LiveId" clId="{11B3E41A-B951-40AA-A800-3066FCEF6658}" dt="2022-04-18T15:50:15.879" v="33" actId="478"/>
          <ac:spMkLst>
            <pc:docMk/>
            <pc:sldMk cId="1092262098" sldId="259"/>
            <ac:spMk id="8" creationId="{0940FDE9-1F59-40A7-ABAB-FA4D27D623DA}"/>
          </ac:spMkLst>
        </pc:spChg>
        <pc:spChg chg="mod">
          <ac:chgData name="Benjamin Abt" userId="7aa89f94c74be9e0" providerId="LiveId" clId="{11B3E41A-B951-40AA-A800-3066FCEF6658}" dt="2022-04-22T09:16:58.581" v="106" actId="20577"/>
          <ac:spMkLst>
            <pc:docMk/>
            <pc:sldMk cId="1092262098" sldId="259"/>
            <ac:spMk id="9" creationId="{84783E85-D8C3-4EFF-B8EC-C7EBB65EE1FF}"/>
          </ac:spMkLst>
        </pc:spChg>
        <pc:spChg chg="mod">
          <ac:chgData name="Benjamin Abt" userId="7aa89f94c74be9e0" providerId="LiveId" clId="{11B3E41A-B951-40AA-A800-3066FCEF6658}" dt="2022-04-22T11:06:54.651" v="111" actId="20577"/>
          <ac:spMkLst>
            <pc:docMk/>
            <pc:sldMk cId="1092262098" sldId="259"/>
            <ac:spMk id="10" creationId="{C0CAB91E-1139-4EF0-8700-10223982FC96}"/>
          </ac:spMkLst>
        </pc:spChg>
        <pc:spChg chg="add mod">
          <ac:chgData name="Benjamin Abt" userId="7aa89f94c74be9e0" providerId="LiveId" clId="{11B3E41A-B951-40AA-A800-3066FCEF6658}" dt="2022-04-22T08:39:47.672" v="105" actId="14100"/>
          <ac:spMkLst>
            <pc:docMk/>
            <pc:sldMk cId="1092262098" sldId="259"/>
            <ac:spMk id="11" creationId="{9C2D5CCA-9637-4CAA-AA2A-856701F5483C}"/>
          </ac:spMkLst>
        </pc:spChg>
        <pc:spChg chg="del">
          <ac:chgData name="Benjamin Abt" userId="7aa89f94c74be9e0" providerId="LiveId" clId="{11B3E41A-B951-40AA-A800-3066FCEF6658}" dt="2022-04-18T15:49:37.943" v="24" actId="478"/>
          <ac:spMkLst>
            <pc:docMk/>
            <pc:sldMk cId="1092262098" sldId="259"/>
            <ac:spMk id="11" creationId="{C90537B0-7AB6-4269-B6CE-43E609540ED3}"/>
          </ac:spMkLst>
        </pc:spChg>
        <pc:picChg chg="add mod">
          <ac:chgData name="Benjamin Abt" userId="7aa89f94c74be9e0" providerId="LiveId" clId="{11B3E41A-B951-40AA-A800-3066FCEF6658}" dt="2022-04-22T08:37:42.146" v="63" actId="14100"/>
          <ac:picMkLst>
            <pc:docMk/>
            <pc:sldMk cId="1092262098" sldId="259"/>
            <ac:picMk id="4" creationId="{7F76694D-60A0-49E5-8BF4-2ABA06144AD3}"/>
          </ac:picMkLst>
        </pc:picChg>
        <pc:picChg chg="del">
          <ac:chgData name="Benjamin Abt" userId="7aa89f94c74be9e0" providerId="LiveId" clId="{11B3E41A-B951-40AA-A800-3066FCEF6658}" dt="2022-04-18T15:49:00.587" v="1" actId="478"/>
          <ac:picMkLst>
            <pc:docMk/>
            <pc:sldMk cId="1092262098" sldId="259"/>
            <ac:picMk id="4" creationId="{CDB2CFD6-DE1E-4831-A7F1-947FD84F8093}"/>
          </ac:picMkLst>
        </pc:picChg>
        <pc:picChg chg="del">
          <ac:chgData name="Benjamin Abt" userId="7aa89f94c74be9e0" providerId="LiveId" clId="{11B3E41A-B951-40AA-A800-3066FCEF6658}" dt="2022-04-18T15:49:00.007" v="0" actId="478"/>
          <ac:picMkLst>
            <pc:docMk/>
            <pc:sldMk cId="1092262098" sldId="259"/>
            <ac:picMk id="5" creationId="{D02604FB-0D3D-4C91-AA03-FE53D7B90868}"/>
          </ac:picMkLst>
        </pc:picChg>
        <pc:picChg chg="mod">
          <ac:chgData name="Benjamin Abt" userId="7aa89f94c74be9e0" providerId="LiveId" clId="{11B3E41A-B951-40AA-A800-3066FCEF6658}" dt="2022-04-22T08:37:08.763" v="57" actId="207"/>
          <ac:picMkLst>
            <pc:docMk/>
            <pc:sldMk cId="1092262098" sldId="259"/>
            <ac:picMk id="6" creationId="{ADBC9A0D-9EB3-4978-816B-6B3A148C7734}"/>
          </ac:picMkLst>
        </pc:picChg>
        <pc:picChg chg="mod ord">
          <ac:chgData name="Benjamin Abt" userId="7aa89f94c74be9e0" providerId="LiveId" clId="{11B3E41A-B951-40AA-A800-3066FCEF6658}" dt="2022-04-22T08:38:44.174" v="100" actId="1076"/>
          <ac:picMkLst>
            <pc:docMk/>
            <pc:sldMk cId="1092262098" sldId="259"/>
            <ac:picMk id="7" creationId="{E7C4DA1D-0795-4DD6-8636-06C45999D0FA}"/>
          </ac:picMkLst>
        </pc:picChg>
        <pc:picChg chg="del">
          <ac:chgData name="Benjamin Abt" userId="7aa89f94c74be9e0" providerId="LiveId" clId="{11B3E41A-B951-40AA-A800-3066FCEF6658}" dt="2022-04-18T15:49:39.419" v="25" actId="478"/>
          <ac:picMkLst>
            <pc:docMk/>
            <pc:sldMk cId="1092262098" sldId="259"/>
            <ac:picMk id="1026" creationId="{E3298ECA-48B7-4A19-A9E4-8A164D54DCA8}"/>
          </ac:picMkLst>
        </pc:picChg>
      </pc:sldChg>
    </pc:docChg>
  </pc:docChgLst>
  <pc:docChgLst>
    <pc:chgData name="Ben Abt" userId="7aa89f94c74be9e0" providerId="LiveId" clId="{164F50AF-66E4-49ED-9BC3-72EB762ED8CE}"/>
    <pc:docChg chg="undo redo custSel addSld delSld modSld sldOrd">
      <pc:chgData name="Ben Abt" userId="7aa89f94c74be9e0" providerId="LiveId" clId="{164F50AF-66E4-49ED-9BC3-72EB762ED8CE}" dt="2024-10-24T08:45:14.345" v="374"/>
      <pc:docMkLst>
        <pc:docMk/>
      </pc:docMkLst>
      <pc:sldChg chg="addSp delSp mod">
        <pc:chgData name="Ben Abt" userId="7aa89f94c74be9e0" providerId="LiveId" clId="{164F50AF-66E4-49ED-9BC3-72EB762ED8CE}" dt="2024-10-24T08:38:00.568" v="4" actId="478"/>
        <pc:sldMkLst>
          <pc:docMk/>
          <pc:sldMk cId="3014810223" sldId="260"/>
        </pc:sldMkLst>
        <pc:spChg chg="add del">
          <ac:chgData name="Ben Abt" userId="7aa89f94c74be9e0" providerId="LiveId" clId="{164F50AF-66E4-49ED-9BC3-72EB762ED8CE}" dt="2024-10-24T08:38:00.377" v="3" actId="478"/>
          <ac:spMkLst>
            <pc:docMk/>
            <pc:sldMk cId="3014810223" sldId="260"/>
            <ac:spMk id="19" creationId="{327536DD-8A97-E293-8712-7A51CB097539}"/>
          </ac:spMkLst>
        </pc:spChg>
        <pc:picChg chg="add del">
          <ac:chgData name="Ben Abt" userId="7aa89f94c74be9e0" providerId="LiveId" clId="{164F50AF-66E4-49ED-9BC3-72EB762ED8CE}" dt="2024-10-24T08:38:00.568" v="4" actId="478"/>
          <ac:picMkLst>
            <pc:docMk/>
            <pc:sldMk cId="3014810223" sldId="260"/>
            <ac:picMk id="5" creationId="{A899CB7F-DE91-6D02-4E97-A7BDE48ACCF3}"/>
          </ac:picMkLst>
        </pc:picChg>
      </pc:sldChg>
      <pc:sldChg chg="add del">
        <pc:chgData name="Ben Abt" userId="7aa89f94c74be9e0" providerId="LiveId" clId="{164F50AF-66E4-49ED-9BC3-72EB762ED8CE}" dt="2024-10-24T08:38:00.733" v="5" actId="2890"/>
        <pc:sldMkLst>
          <pc:docMk/>
          <pc:sldMk cId="1450477248" sldId="267"/>
        </pc:sldMkLst>
      </pc:sldChg>
      <pc:sldChg chg="addSp delSp modSp add mod ord">
        <pc:chgData name="Ben Abt" userId="7aa89f94c74be9e0" providerId="LiveId" clId="{164F50AF-66E4-49ED-9BC3-72EB762ED8CE}" dt="2024-10-24T08:45:14.345" v="374"/>
        <pc:sldMkLst>
          <pc:docMk/>
          <pc:sldMk cId="3884072849" sldId="267"/>
        </pc:sldMkLst>
        <pc:spChg chg="del">
          <ac:chgData name="Ben Abt" userId="7aa89f94c74be9e0" providerId="LiveId" clId="{164F50AF-66E4-49ED-9BC3-72EB762ED8CE}" dt="2024-10-24T08:38:15.059" v="7" actId="478"/>
          <ac:spMkLst>
            <pc:docMk/>
            <pc:sldMk cId="3884072849" sldId="267"/>
            <ac:spMk id="4" creationId="{00FD21C7-F6B7-93C6-F0D3-0E0099A6B6E3}"/>
          </ac:spMkLst>
        </pc:spChg>
        <pc:spChg chg="add mod">
          <ac:chgData name="Ben Abt" userId="7aa89f94c74be9e0" providerId="LiveId" clId="{164F50AF-66E4-49ED-9BC3-72EB762ED8CE}" dt="2024-10-24T08:39:33.340" v="75" actId="14100"/>
          <ac:spMkLst>
            <pc:docMk/>
            <pc:sldMk cId="3884072849" sldId="267"/>
            <ac:spMk id="6" creationId="{06C11334-D36B-7970-D4CE-5580B7471D53}"/>
          </ac:spMkLst>
        </pc:spChg>
        <pc:spChg chg="add mod">
          <ac:chgData name="Ben Abt" userId="7aa89f94c74be9e0" providerId="LiveId" clId="{164F50AF-66E4-49ED-9BC3-72EB762ED8CE}" dt="2024-10-24T08:44:58.110" v="372" actId="20577"/>
          <ac:spMkLst>
            <pc:docMk/>
            <pc:sldMk cId="3884072849" sldId="267"/>
            <ac:spMk id="7" creationId="{E61B501D-1B19-41D0-269A-C97B8982A346}"/>
          </ac:spMkLst>
        </pc:spChg>
        <pc:spChg chg="del mod">
          <ac:chgData name="Ben Abt" userId="7aa89f94c74be9e0" providerId="LiveId" clId="{164F50AF-66E4-49ED-9BC3-72EB762ED8CE}" dt="2024-10-24T08:38:16.548" v="10" actId="478"/>
          <ac:spMkLst>
            <pc:docMk/>
            <pc:sldMk cId="3884072849" sldId="267"/>
            <ac:spMk id="8" creationId="{E3C628A1-DA4A-CE61-C4E9-07502ED40303}"/>
          </ac:spMkLst>
        </pc:spChg>
        <pc:spChg chg="del">
          <ac:chgData name="Ben Abt" userId="7aa89f94c74be9e0" providerId="LiveId" clId="{164F50AF-66E4-49ED-9BC3-72EB762ED8CE}" dt="2024-10-24T08:38:17.018" v="11" actId="478"/>
          <ac:spMkLst>
            <pc:docMk/>
            <pc:sldMk cId="3884072849" sldId="267"/>
            <ac:spMk id="13" creationId="{BFC6DBCE-34FB-5D06-70F9-76AD9043345C}"/>
          </ac:spMkLst>
        </pc:spChg>
        <pc:spChg chg="add del mod">
          <ac:chgData name="Ben Abt" userId="7aa89f94c74be9e0" providerId="LiveId" clId="{164F50AF-66E4-49ED-9BC3-72EB762ED8CE}" dt="2024-10-24T08:44:45.656" v="366" actId="478"/>
          <ac:spMkLst>
            <pc:docMk/>
            <pc:sldMk cId="3884072849" sldId="267"/>
            <ac:spMk id="15" creationId="{B7388B5C-CF95-1EEA-4970-708E7BC692F5}"/>
          </ac:spMkLst>
        </pc:spChg>
        <pc:picChg chg="del">
          <ac:chgData name="Ben Abt" userId="7aa89f94c74be9e0" providerId="LiveId" clId="{164F50AF-66E4-49ED-9BC3-72EB762ED8CE}" dt="2024-10-24T08:38:15.435" v="8" actId="478"/>
          <ac:picMkLst>
            <pc:docMk/>
            <pc:sldMk cId="3884072849" sldId="267"/>
            <ac:picMk id="3" creationId="{A720B38A-5E6F-B50A-F491-ABEB80EFCB7E}"/>
          </ac:picMkLst>
        </pc:picChg>
        <pc:picChg chg="add mod">
          <ac:chgData name="Ben Abt" userId="7aa89f94c74be9e0" providerId="LiveId" clId="{164F50AF-66E4-49ED-9BC3-72EB762ED8CE}" dt="2024-10-24T08:38:25.837" v="16" actId="27614"/>
          <ac:picMkLst>
            <pc:docMk/>
            <pc:sldMk cId="3884072849" sldId="267"/>
            <ac:picMk id="5" creationId="{CD6C0099-D56B-DAE5-641A-2AA81B9BAD43}"/>
          </ac:picMkLst>
        </pc:picChg>
        <pc:picChg chg="del">
          <ac:chgData name="Ben Abt" userId="7aa89f94c74be9e0" providerId="LiveId" clId="{164F50AF-66E4-49ED-9BC3-72EB762ED8CE}" dt="2024-10-24T08:38:17.373" v="12" actId="478"/>
          <ac:picMkLst>
            <pc:docMk/>
            <pc:sldMk cId="3884072849" sldId="267"/>
            <ac:picMk id="9" creationId="{74FF4DCE-2BA6-6390-3C97-6BAAFAA4604C}"/>
          </ac:picMkLst>
        </pc:picChg>
        <pc:picChg chg="del">
          <ac:chgData name="Ben Abt" userId="7aa89f94c74be9e0" providerId="LiveId" clId="{164F50AF-66E4-49ED-9BC3-72EB762ED8CE}" dt="2024-10-24T08:38:18.163" v="13" actId="478"/>
          <ac:picMkLst>
            <pc:docMk/>
            <pc:sldMk cId="3884072849" sldId="267"/>
            <ac:picMk id="11" creationId="{A9792087-4FF7-64F1-B6CE-BB6005E79DED}"/>
          </ac:picMkLst>
        </pc:picChg>
        <pc:picChg chg="add mod">
          <ac:chgData name="Ben Abt" userId="7aa89f94c74be9e0" providerId="LiveId" clId="{164F50AF-66E4-49ED-9BC3-72EB762ED8CE}" dt="2024-10-24T08:42:06.440" v="283" actId="1076"/>
          <ac:picMkLst>
            <pc:docMk/>
            <pc:sldMk cId="3884072849" sldId="267"/>
            <ac:picMk id="12" creationId="{FAD74DF9-FBB2-DCD3-A58C-7378DEDEAE7A}"/>
          </ac:picMkLst>
        </pc:picChg>
        <pc:picChg chg="add mod">
          <ac:chgData name="Ben Abt" userId="7aa89f94c74be9e0" providerId="LiveId" clId="{164F50AF-66E4-49ED-9BC3-72EB762ED8CE}" dt="2024-10-24T08:42:43.434" v="289" actId="1076"/>
          <ac:picMkLst>
            <pc:docMk/>
            <pc:sldMk cId="3884072849" sldId="267"/>
            <ac:picMk id="14" creationId="{69972446-9642-0D61-8CA2-C7C6B747F630}"/>
          </ac:picMkLst>
        </pc:picChg>
        <pc:picChg chg="add mod">
          <ac:chgData name="Ben Abt" userId="7aa89f94c74be9e0" providerId="LiveId" clId="{164F50AF-66E4-49ED-9BC3-72EB762ED8CE}" dt="2024-10-24T08:42:16.759" v="285" actId="1076"/>
          <ac:picMkLst>
            <pc:docMk/>
            <pc:sldMk cId="3884072849" sldId="267"/>
            <ac:picMk id="1026" creationId="{F73C2444-9659-CCB5-171D-154FC73A6598}"/>
          </ac:picMkLst>
        </pc:picChg>
      </pc:sldChg>
    </pc:docChg>
  </pc:docChgLst>
  <pc:docChgLst>
    <pc:chgData name="Benjamin Abt" userId="7aa89f94c74be9e0" providerId="LiveId" clId="{5B2E55C4-EFF7-4B07-83AD-0C092E4B9121}"/>
    <pc:docChg chg="undo custSel addSld delSld modSld sldOrd">
      <pc:chgData name="Benjamin Abt" userId="7aa89f94c74be9e0" providerId="LiveId" clId="{5B2E55C4-EFF7-4B07-83AD-0C092E4B9121}" dt="2021-11-26T15:08:31.395" v="563" actId="680"/>
      <pc:docMkLst>
        <pc:docMk/>
      </pc:docMkLst>
      <pc:sldChg chg="addSp delSp modSp add del mod setBg">
        <pc:chgData name="Benjamin Abt" userId="7aa89f94c74be9e0" providerId="LiveId" clId="{5B2E55C4-EFF7-4B07-83AD-0C092E4B9121}" dt="2021-11-26T15:04:47.786" v="478" actId="47"/>
        <pc:sldMkLst>
          <pc:docMk/>
          <pc:sldMk cId="533260608" sldId="256"/>
        </pc:sldMkLst>
        <pc:spChg chg="add del mod">
          <ac:chgData name="Benjamin Abt" userId="7aa89f94c74be9e0" providerId="LiveId" clId="{5B2E55C4-EFF7-4B07-83AD-0C092E4B9121}" dt="2021-11-03T13:49:36.871" v="229" actId="478"/>
          <ac:spMkLst>
            <pc:docMk/>
            <pc:sldMk cId="533260608" sldId="256"/>
            <ac:spMk id="2" creationId="{DFBE3A74-98E9-4F9F-9A61-3AEF38308FBF}"/>
          </ac:spMkLst>
        </pc:spChg>
        <pc:spChg chg="add mod">
          <ac:chgData name="Benjamin Abt" userId="7aa89f94c74be9e0" providerId="LiveId" clId="{5B2E55C4-EFF7-4B07-83AD-0C092E4B9121}" dt="2021-11-12T10:39:54.836" v="296" actId="207"/>
          <ac:spMkLst>
            <pc:docMk/>
            <pc:sldMk cId="533260608" sldId="256"/>
            <ac:spMk id="3" creationId="{B353D720-C9FB-49DB-A988-57BF361D1DA9}"/>
          </ac:spMkLst>
        </pc:spChg>
        <pc:spChg chg="add mod">
          <ac:chgData name="Benjamin Abt" userId="7aa89f94c74be9e0" providerId="LiveId" clId="{5B2E55C4-EFF7-4B07-83AD-0C092E4B9121}" dt="2021-10-28T08:45:21.098" v="76" actId="1076"/>
          <ac:spMkLst>
            <pc:docMk/>
            <pc:sldMk cId="533260608" sldId="256"/>
            <ac:spMk id="8" creationId="{31A8615B-D6CD-48EA-A69D-AF6DB238A292}"/>
          </ac:spMkLst>
        </pc:spChg>
        <pc:spChg chg="add mod">
          <ac:chgData name="Benjamin Abt" userId="7aa89f94c74be9e0" providerId="LiveId" clId="{5B2E55C4-EFF7-4B07-83AD-0C092E4B9121}" dt="2021-11-12T10:39:42.648" v="294" actId="20577"/>
          <ac:spMkLst>
            <pc:docMk/>
            <pc:sldMk cId="533260608" sldId="256"/>
            <ac:spMk id="11" creationId="{CC5642A6-7A15-4100-81ED-42C02DF236B4}"/>
          </ac:spMkLst>
        </pc:spChg>
        <pc:spChg chg="add del">
          <ac:chgData name="Benjamin Abt" userId="7aa89f94c74be9e0" providerId="LiveId" clId="{5B2E55C4-EFF7-4B07-83AD-0C092E4B9121}" dt="2021-11-24T12:20:45.331" v="298" actId="22"/>
          <ac:spMkLst>
            <pc:docMk/>
            <pc:sldMk cId="533260608" sldId="256"/>
            <ac:spMk id="12" creationId="{507F7066-B9A7-4335-AEAF-8AF7E12BA20A}"/>
          </ac:spMkLst>
        </pc:spChg>
        <pc:spChg chg="add">
          <ac:chgData name="Benjamin Abt" userId="7aa89f94c74be9e0" providerId="LiveId" clId="{5B2E55C4-EFF7-4B07-83AD-0C092E4B9121}" dt="2021-10-28T08:45:11.532" v="74" actId="26606"/>
          <ac:spMkLst>
            <pc:docMk/>
            <pc:sldMk cId="533260608" sldId="256"/>
            <ac:spMk id="15" creationId="{A9F529C3-C941-49FD-8C67-82F134F64BDB}"/>
          </ac:spMkLst>
        </pc:spChg>
        <pc:spChg chg="add">
          <ac:chgData name="Benjamin Abt" userId="7aa89f94c74be9e0" providerId="LiveId" clId="{5B2E55C4-EFF7-4B07-83AD-0C092E4B9121}" dt="2021-10-28T08:45:11.532" v="74" actId="26606"/>
          <ac:spMkLst>
            <pc:docMk/>
            <pc:sldMk cId="533260608" sldId="256"/>
            <ac:spMk id="17" creationId="{20586029-32A0-47E5-9AEC-AE3ABA6B94D0}"/>
          </ac:spMkLst>
        </pc:spChg>
        <pc:picChg chg="mod">
          <ac:chgData name="Benjamin Abt" userId="7aa89f94c74be9e0" providerId="LiveId" clId="{5B2E55C4-EFF7-4B07-83AD-0C092E4B9121}" dt="2021-10-28T08:47:19.627" v="189" actId="1076"/>
          <ac:picMkLst>
            <pc:docMk/>
            <pc:sldMk cId="533260608" sldId="256"/>
            <ac:picMk id="5" creationId="{ADBC9A0D-9EB3-4978-816B-6B3A148C7734}"/>
          </ac:picMkLst>
        </pc:picChg>
        <pc:picChg chg="add mod">
          <ac:chgData name="Benjamin Abt" userId="7aa89f94c74be9e0" providerId="LiveId" clId="{5B2E55C4-EFF7-4B07-83AD-0C092E4B9121}" dt="2021-10-28T08:45:17.327" v="75" actId="1076"/>
          <ac:picMkLst>
            <pc:docMk/>
            <pc:sldMk cId="533260608" sldId="256"/>
            <ac:picMk id="7" creationId="{D99124C9-7DAC-4D1E-BE1D-C78913C7538D}"/>
          </ac:picMkLst>
        </pc:picChg>
        <pc:picChg chg="add mod ord">
          <ac:chgData name="Benjamin Abt" userId="7aa89f94c74be9e0" providerId="LiveId" clId="{5B2E55C4-EFF7-4B07-83AD-0C092E4B9121}" dt="2021-10-28T08:45:11.532" v="74" actId="26606"/>
          <ac:picMkLst>
            <pc:docMk/>
            <pc:sldMk cId="533260608" sldId="256"/>
            <ac:picMk id="10" creationId="{0BF9F62C-73FC-4A26-871F-906A2FC03035}"/>
          </ac:picMkLst>
        </pc:picChg>
        <pc:picChg chg="add del">
          <ac:chgData name="Benjamin Abt" userId="7aa89f94c74be9e0" providerId="LiveId" clId="{5B2E55C4-EFF7-4B07-83AD-0C092E4B9121}" dt="2021-10-28T08:43:35.431" v="66" actId="478"/>
          <ac:picMkLst>
            <pc:docMk/>
            <pc:sldMk cId="533260608" sldId="256"/>
            <ac:picMk id="1026" creationId="{D9433354-7359-49CD-A738-00177EA261D3}"/>
          </ac:picMkLst>
        </pc:picChg>
        <pc:picChg chg="add del mod">
          <ac:chgData name="Benjamin Abt" userId="7aa89f94c74be9e0" providerId="LiveId" clId="{5B2E55C4-EFF7-4B07-83AD-0C092E4B9121}" dt="2021-11-12T10:39:27.498" v="256" actId="478"/>
          <ac:picMkLst>
            <pc:docMk/>
            <pc:sldMk cId="533260608" sldId="256"/>
            <ac:picMk id="1028" creationId="{18D75921-417C-46E4-BD67-B98DB77AA763}"/>
          </ac:picMkLst>
        </pc:picChg>
        <pc:cxnChg chg="add">
          <ac:chgData name="Benjamin Abt" userId="7aa89f94c74be9e0" providerId="LiveId" clId="{5B2E55C4-EFF7-4B07-83AD-0C092E4B9121}" dt="2021-10-28T08:45:11.532" v="74" actId="26606"/>
          <ac:cxnSpMkLst>
            <pc:docMk/>
            <pc:sldMk cId="533260608" sldId="256"/>
            <ac:cxnSpMk id="19" creationId="{8C730EAB-A532-4295-A302-FB4B90DB9F5E}"/>
          </ac:cxnSpMkLst>
        </pc:cxnChg>
      </pc:sldChg>
      <pc:sldChg chg="addSp delSp modSp add del mod ord setBg delDesignElem">
        <pc:chgData name="Benjamin Abt" userId="7aa89f94c74be9e0" providerId="LiveId" clId="{5B2E55C4-EFF7-4B07-83AD-0C092E4B9121}" dt="2021-11-26T15:08:11.438" v="562" actId="1076"/>
        <pc:sldMkLst>
          <pc:docMk/>
          <pc:sldMk cId="424308199" sldId="257"/>
        </pc:sldMkLst>
        <pc:spChg chg="add mod ord">
          <ac:chgData name="Benjamin Abt" userId="7aa89f94c74be9e0" providerId="LiveId" clId="{5B2E55C4-EFF7-4B07-83AD-0C092E4B9121}" dt="2021-11-26T15:07:45.495" v="549" actId="1076"/>
          <ac:spMkLst>
            <pc:docMk/>
            <pc:sldMk cId="424308199" sldId="257"/>
            <ac:spMk id="2" creationId="{0940FDE9-1F59-40A7-ABAB-FA4D27D623DA}"/>
          </ac:spMkLst>
        </pc:spChg>
        <pc:spChg chg="del">
          <ac:chgData name="Benjamin Abt" userId="7aa89f94c74be9e0" providerId="LiveId" clId="{5B2E55C4-EFF7-4B07-83AD-0C092E4B9121}" dt="2021-11-24T12:20:57.536" v="307" actId="478"/>
          <ac:spMkLst>
            <pc:docMk/>
            <pc:sldMk cId="424308199" sldId="257"/>
            <ac:spMk id="3" creationId="{B353D720-C9FB-49DB-A988-57BF361D1DA9}"/>
          </ac:spMkLst>
        </pc:spChg>
        <pc:spChg chg="del">
          <ac:chgData name="Benjamin Abt" userId="7aa89f94c74be9e0" providerId="LiveId" clId="{5B2E55C4-EFF7-4B07-83AD-0C092E4B9121}" dt="2021-11-24T12:20:51.602" v="303" actId="478"/>
          <ac:spMkLst>
            <pc:docMk/>
            <pc:sldMk cId="424308199" sldId="257"/>
            <ac:spMk id="8" creationId="{31A8615B-D6CD-48EA-A69D-AF6DB238A292}"/>
          </ac:spMkLst>
        </pc:spChg>
        <pc:spChg chg="add">
          <ac:chgData name="Benjamin Abt" userId="7aa89f94c74be9e0" providerId="LiveId" clId="{5B2E55C4-EFF7-4B07-83AD-0C092E4B9121}" dt="2021-11-26T15:04:53.575" v="483" actId="26606"/>
          <ac:spMkLst>
            <pc:docMk/>
            <pc:sldMk cId="424308199" sldId="257"/>
            <ac:spMk id="9" creationId="{A9F529C3-C941-49FD-8C67-82F134F64BDB}"/>
          </ac:spMkLst>
        </pc:spChg>
        <pc:spChg chg="del">
          <ac:chgData name="Benjamin Abt" userId="7aa89f94c74be9e0" providerId="LiveId" clId="{5B2E55C4-EFF7-4B07-83AD-0C092E4B9121}" dt="2021-11-24T12:20:53.405" v="304" actId="478"/>
          <ac:spMkLst>
            <pc:docMk/>
            <pc:sldMk cId="424308199" sldId="257"/>
            <ac:spMk id="11" creationId="{CC5642A6-7A15-4100-81ED-42C02DF236B4}"/>
          </ac:spMkLst>
        </pc:spChg>
        <pc:spChg chg="add">
          <ac:chgData name="Benjamin Abt" userId="7aa89f94c74be9e0" providerId="LiveId" clId="{5B2E55C4-EFF7-4B07-83AD-0C092E4B9121}" dt="2021-11-26T15:04:53.575" v="483" actId="26606"/>
          <ac:spMkLst>
            <pc:docMk/>
            <pc:sldMk cId="424308199" sldId="257"/>
            <ac:spMk id="12" creationId="{20586029-32A0-47E5-9AEC-AE3ABA6B94D0}"/>
          </ac:spMkLst>
        </pc:spChg>
        <pc:spChg chg="add mod">
          <ac:chgData name="Benjamin Abt" userId="7aa89f94c74be9e0" providerId="LiveId" clId="{5B2E55C4-EFF7-4B07-83AD-0C092E4B9121}" dt="2021-11-26T15:08:11.438" v="562" actId="1076"/>
          <ac:spMkLst>
            <pc:docMk/>
            <pc:sldMk cId="424308199" sldId="257"/>
            <ac:spMk id="13" creationId="{84783E85-D8C3-4EFF-B8EC-C7EBB65EE1FF}"/>
          </ac:spMkLst>
        </pc:spChg>
        <pc:spChg chg="del">
          <ac:chgData name="Benjamin Abt" userId="7aa89f94c74be9e0" providerId="LiveId" clId="{5B2E55C4-EFF7-4B07-83AD-0C092E4B9121}" dt="2021-11-24T12:20:46.460" v="300"/>
          <ac:spMkLst>
            <pc:docMk/>
            <pc:sldMk cId="424308199" sldId="257"/>
            <ac:spMk id="15" creationId="{A9F529C3-C941-49FD-8C67-82F134F64BDB}"/>
          </ac:spMkLst>
        </pc:spChg>
        <pc:spChg chg="del">
          <ac:chgData name="Benjamin Abt" userId="7aa89f94c74be9e0" providerId="LiveId" clId="{5B2E55C4-EFF7-4B07-83AD-0C092E4B9121}" dt="2021-11-24T12:20:46.460" v="300"/>
          <ac:spMkLst>
            <pc:docMk/>
            <pc:sldMk cId="424308199" sldId="257"/>
            <ac:spMk id="17" creationId="{20586029-32A0-47E5-9AEC-AE3ABA6B94D0}"/>
          </ac:spMkLst>
        </pc:spChg>
        <pc:picChg chg="add mod ord modCrop">
          <ac:chgData name="Benjamin Abt" userId="7aa89f94c74be9e0" providerId="LiveId" clId="{5B2E55C4-EFF7-4B07-83AD-0C092E4B9121}" dt="2021-11-26T15:05:41.913" v="503" actId="1076"/>
          <ac:picMkLst>
            <pc:docMk/>
            <pc:sldMk cId="424308199" sldId="257"/>
            <ac:picMk id="4" creationId="{CDB2CFD6-DE1E-4831-A7F1-947FD84F8093}"/>
          </ac:picMkLst>
        </pc:picChg>
        <pc:picChg chg="mod ord">
          <ac:chgData name="Benjamin Abt" userId="7aa89f94c74be9e0" providerId="LiveId" clId="{5B2E55C4-EFF7-4B07-83AD-0C092E4B9121}" dt="2021-11-26T15:05:44.669" v="505" actId="1076"/>
          <ac:picMkLst>
            <pc:docMk/>
            <pc:sldMk cId="424308199" sldId="257"/>
            <ac:picMk id="5" creationId="{ADBC9A0D-9EB3-4978-816B-6B3A148C7734}"/>
          </ac:picMkLst>
        </pc:picChg>
        <pc:picChg chg="add mod">
          <ac:chgData name="Benjamin Abt" userId="7aa89f94c74be9e0" providerId="LiveId" clId="{5B2E55C4-EFF7-4B07-83AD-0C092E4B9121}" dt="2021-11-26T15:07:34.400" v="542" actId="14861"/>
          <ac:picMkLst>
            <pc:docMk/>
            <pc:sldMk cId="424308199" sldId="257"/>
            <ac:picMk id="6" creationId="{E7C4DA1D-0795-4DD6-8636-06C45999D0FA}"/>
          </ac:picMkLst>
        </pc:picChg>
        <pc:picChg chg="add mod">
          <ac:chgData name="Benjamin Abt" userId="7aa89f94c74be9e0" providerId="LiveId" clId="{5B2E55C4-EFF7-4B07-83AD-0C092E4B9121}" dt="2021-11-26T15:05:49.991" v="507" actId="14100"/>
          <ac:picMkLst>
            <pc:docMk/>
            <pc:sldMk cId="424308199" sldId="257"/>
            <ac:picMk id="7" creationId="{D02604FB-0D3D-4C91-AA03-FE53D7B90868}"/>
          </ac:picMkLst>
        </pc:picChg>
        <pc:picChg chg="del">
          <ac:chgData name="Benjamin Abt" userId="7aa89f94c74be9e0" providerId="LiveId" clId="{5B2E55C4-EFF7-4B07-83AD-0C092E4B9121}" dt="2021-11-24T12:20:50.609" v="302" actId="478"/>
          <ac:picMkLst>
            <pc:docMk/>
            <pc:sldMk cId="424308199" sldId="257"/>
            <ac:picMk id="7" creationId="{D99124C9-7DAC-4D1E-BE1D-C78913C7538D}"/>
          </ac:picMkLst>
        </pc:picChg>
        <pc:picChg chg="del">
          <ac:chgData name="Benjamin Abt" userId="7aa89f94c74be9e0" providerId="LiveId" clId="{5B2E55C4-EFF7-4B07-83AD-0C092E4B9121}" dt="2021-11-24T12:20:49.414" v="301" actId="478"/>
          <ac:picMkLst>
            <pc:docMk/>
            <pc:sldMk cId="424308199" sldId="257"/>
            <ac:picMk id="10" creationId="{0BF9F62C-73FC-4A26-871F-906A2FC03035}"/>
          </ac:picMkLst>
        </pc:picChg>
        <pc:cxnChg chg="add">
          <ac:chgData name="Benjamin Abt" userId="7aa89f94c74be9e0" providerId="LiveId" clId="{5B2E55C4-EFF7-4B07-83AD-0C092E4B9121}" dt="2021-11-26T15:04:53.575" v="483" actId="26606"/>
          <ac:cxnSpMkLst>
            <pc:docMk/>
            <pc:sldMk cId="424308199" sldId="257"/>
            <ac:cxnSpMk id="14" creationId="{8C730EAB-A532-4295-A302-FB4B90DB9F5E}"/>
          </ac:cxnSpMkLst>
        </pc:cxnChg>
        <pc:cxnChg chg="del">
          <ac:chgData name="Benjamin Abt" userId="7aa89f94c74be9e0" providerId="LiveId" clId="{5B2E55C4-EFF7-4B07-83AD-0C092E4B9121}" dt="2021-11-24T12:20:46.460" v="300"/>
          <ac:cxnSpMkLst>
            <pc:docMk/>
            <pc:sldMk cId="424308199" sldId="257"/>
            <ac:cxnSpMk id="19" creationId="{8C730EAB-A532-4295-A302-FB4B90DB9F5E}"/>
          </ac:cxnSpMkLst>
        </pc:cxnChg>
      </pc:sldChg>
      <pc:sldChg chg="addSp delSp modSp add mod setBg">
        <pc:chgData name="Benjamin Abt" userId="7aa89f94c74be9e0" providerId="LiveId" clId="{5B2E55C4-EFF7-4B07-83AD-0C092E4B9121}" dt="2021-11-26T15:04:47.930" v="480" actId="478"/>
        <pc:sldMkLst>
          <pc:docMk/>
          <pc:sldMk cId="460120328" sldId="258"/>
        </pc:sldMkLst>
        <pc:spChg chg="add del mod">
          <ac:chgData name="Benjamin Abt" userId="7aa89f94c74be9e0" providerId="LiveId" clId="{5B2E55C4-EFF7-4B07-83AD-0C092E4B9121}" dt="2021-11-26T15:04:47.308" v="477" actId="1076"/>
          <ac:spMkLst>
            <pc:docMk/>
            <pc:sldMk cId="460120328" sldId="258"/>
            <ac:spMk id="2" creationId="{34A7014A-79F3-4CBC-806C-4421387329E6}"/>
          </ac:spMkLst>
        </pc:spChg>
        <pc:spChg chg="add del mod">
          <ac:chgData name="Benjamin Abt" userId="7aa89f94c74be9e0" providerId="LiveId" clId="{5B2E55C4-EFF7-4B07-83AD-0C092E4B9121}" dt="2021-11-26T15:04:46.403" v="472" actId="767"/>
          <ac:spMkLst>
            <pc:docMk/>
            <pc:sldMk cId="460120328" sldId="258"/>
            <ac:spMk id="3" creationId="{AF0EA2E9-3C3B-4E48-8184-2E04D5737B6F}"/>
          </ac:spMkLst>
        </pc:spChg>
        <pc:spChg chg="add">
          <ac:chgData name="Benjamin Abt" userId="7aa89f94c74be9e0" providerId="LiveId" clId="{5B2E55C4-EFF7-4B07-83AD-0C092E4B9121}" dt="2021-11-25T16:50:26.678" v="325" actId="26606"/>
          <ac:spMkLst>
            <pc:docMk/>
            <pc:sldMk cId="460120328" sldId="258"/>
            <ac:spMk id="71" creationId="{11BE3FA7-0D70-4431-814F-D8C40576EA93}"/>
          </ac:spMkLst>
        </pc:spChg>
        <pc:picChg chg="add del mod ord">
          <ac:chgData name="Benjamin Abt" userId="7aa89f94c74be9e0" providerId="LiveId" clId="{5B2E55C4-EFF7-4B07-83AD-0C092E4B9121}" dt="2021-11-26T15:04:47.306" v="476" actId="478"/>
          <ac:picMkLst>
            <pc:docMk/>
            <pc:sldMk cId="460120328" sldId="258"/>
            <ac:picMk id="4" creationId="{CDB2CFD6-DE1E-4831-A7F1-947FD84F8093}"/>
          </ac:picMkLst>
        </pc:picChg>
        <pc:picChg chg="add del mod">
          <ac:chgData name="Benjamin Abt" userId="7aa89f94c74be9e0" providerId="LiveId" clId="{5B2E55C4-EFF7-4B07-83AD-0C092E4B9121}" dt="2021-11-26T15:04:45.899" v="469"/>
          <ac:picMkLst>
            <pc:docMk/>
            <pc:sldMk cId="460120328" sldId="258"/>
            <ac:picMk id="5" creationId="{7F4DBFC7-2CF1-47B7-A097-FA12B30CAE6C}"/>
          </ac:picMkLst>
        </pc:picChg>
        <pc:picChg chg="del">
          <ac:chgData name="Benjamin Abt" userId="7aa89f94c74be9e0" providerId="LiveId" clId="{5B2E55C4-EFF7-4B07-83AD-0C092E4B9121}" dt="2021-11-25T16:50:10.215" v="322" actId="478"/>
          <ac:picMkLst>
            <pc:docMk/>
            <pc:sldMk cId="460120328" sldId="258"/>
            <ac:picMk id="5" creationId="{ADBC9A0D-9EB3-4978-816B-6B3A148C7734}"/>
          </ac:picMkLst>
        </pc:picChg>
        <pc:picChg chg="add mod">
          <ac:chgData name="Benjamin Abt" userId="7aa89f94c74be9e0" providerId="LiveId" clId="{5B2E55C4-EFF7-4B07-83AD-0C092E4B9121}" dt="2021-11-26T15:04:46.855" v="474" actId="1076"/>
          <ac:picMkLst>
            <pc:docMk/>
            <pc:sldMk cId="460120328" sldId="258"/>
            <ac:picMk id="7" creationId="{015EDD02-4400-4738-8E1D-86D91F2BE266}"/>
          </ac:picMkLst>
        </pc:picChg>
        <pc:picChg chg="add del mod">
          <ac:chgData name="Benjamin Abt" userId="7aa89f94c74be9e0" providerId="LiveId" clId="{5B2E55C4-EFF7-4B07-83AD-0C092E4B9121}" dt="2021-11-26T15:04:47.930" v="480" actId="478"/>
          <ac:picMkLst>
            <pc:docMk/>
            <pc:sldMk cId="460120328" sldId="258"/>
            <ac:picMk id="1026" creationId="{01B08D41-CD8F-4668-8EAD-D9AB08872E6A}"/>
          </ac:picMkLst>
        </pc:picChg>
      </pc:sldChg>
      <pc:sldChg chg="new">
        <pc:chgData name="Benjamin Abt" userId="7aa89f94c74be9e0" providerId="LiveId" clId="{5B2E55C4-EFF7-4B07-83AD-0C092E4B9121}" dt="2021-11-26T15:08:31.395" v="563" actId="680"/>
        <pc:sldMkLst>
          <pc:docMk/>
          <pc:sldMk cId="1092262098" sldId="259"/>
        </pc:sldMkLst>
      </pc:sldChg>
    </pc:docChg>
  </pc:docChgLst>
  <pc:docChgLst>
    <pc:chgData name="Benjamin Abt" userId="7aa89f94c74be9e0" providerId="LiveId" clId="{FB37C0EA-F49C-4252-BE0D-12896269DF44}"/>
    <pc:docChg chg="undo custSel delSld modSld">
      <pc:chgData name="Benjamin Abt" userId="7aa89f94c74be9e0" providerId="LiveId" clId="{FB37C0EA-F49C-4252-BE0D-12896269DF44}" dt="2021-11-26T15:12:05.122" v="109" actId="1076"/>
      <pc:docMkLst>
        <pc:docMk/>
      </pc:docMkLst>
      <pc:sldChg chg="del">
        <pc:chgData name="Benjamin Abt" userId="7aa89f94c74be9e0" providerId="LiveId" clId="{FB37C0EA-F49C-4252-BE0D-12896269DF44}" dt="2021-11-26T15:10:11.031" v="77" actId="47"/>
        <pc:sldMkLst>
          <pc:docMk/>
          <pc:sldMk cId="533260608" sldId="256"/>
        </pc:sldMkLst>
      </pc:sldChg>
      <pc:sldChg chg="del">
        <pc:chgData name="Benjamin Abt" userId="7aa89f94c74be9e0" providerId="LiveId" clId="{FB37C0EA-F49C-4252-BE0D-12896269DF44}" dt="2021-11-26T15:10:10.583" v="76" actId="47"/>
        <pc:sldMkLst>
          <pc:docMk/>
          <pc:sldMk cId="424308199" sldId="257"/>
        </pc:sldMkLst>
      </pc:sldChg>
      <pc:sldChg chg="del">
        <pc:chgData name="Benjamin Abt" userId="7aa89f94c74be9e0" providerId="LiveId" clId="{FB37C0EA-F49C-4252-BE0D-12896269DF44}" dt="2021-11-26T15:10:11.444" v="78" actId="47"/>
        <pc:sldMkLst>
          <pc:docMk/>
          <pc:sldMk cId="460120328" sldId="258"/>
        </pc:sldMkLst>
      </pc:sldChg>
      <pc:sldChg chg="addSp delSp modSp mod">
        <pc:chgData name="Benjamin Abt" userId="7aa89f94c74be9e0" providerId="LiveId" clId="{FB37C0EA-F49C-4252-BE0D-12896269DF44}" dt="2021-11-26T15:12:05.122" v="109" actId="1076"/>
        <pc:sldMkLst>
          <pc:docMk/>
          <pc:sldMk cId="1092262098" sldId="259"/>
        </pc:sldMkLst>
        <pc:spChg chg="del">
          <ac:chgData name="Benjamin Abt" userId="7aa89f94c74be9e0" providerId="LiveId" clId="{FB37C0EA-F49C-4252-BE0D-12896269DF44}" dt="2021-11-26T15:08:58.078" v="0" actId="478"/>
          <ac:spMkLst>
            <pc:docMk/>
            <pc:sldMk cId="1092262098" sldId="259"/>
            <ac:spMk id="2" creationId="{23F07C70-E03C-4F3B-98E7-F102423FCCD3}"/>
          </ac:spMkLst>
        </pc:spChg>
        <pc:spChg chg="del">
          <ac:chgData name="Benjamin Abt" userId="7aa89f94c74be9e0" providerId="LiveId" clId="{FB37C0EA-F49C-4252-BE0D-12896269DF44}" dt="2021-11-26T15:08:58.078" v="0" actId="478"/>
          <ac:spMkLst>
            <pc:docMk/>
            <pc:sldMk cId="1092262098" sldId="259"/>
            <ac:spMk id="3" creationId="{62294739-A644-4B0E-BE22-7FC0AEBB72CC}"/>
          </ac:spMkLst>
        </pc:spChg>
        <pc:spChg chg="add mod">
          <ac:chgData name="Benjamin Abt" userId="7aa89f94c74be9e0" providerId="LiveId" clId="{FB37C0EA-F49C-4252-BE0D-12896269DF44}" dt="2021-11-26T15:09:05.130" v="2" actId="1076"/>
          <ac:spMkLst>
            <pc:docMk/>
            <pc:sldMk cId="1092262098" sldId="259"/>
            <ac:spMk id="8" creationId="{0940FDE9-1F59-40A7-ABAB-FA4D27D623DA}"/>
          </ac:spMkLst>
        </pc:spChg>
        <pc:spChg chg="add mod">
          <ac:chgData name="Benjamin Abt" userId="7aa89f94c74be9e0" providerId="LiveId" clId="{FB37C0EA-F49C-4252-BE0D-12896269DF44}" dt="2021-11-26T15:09:42.664" v="39" actId="122"/>
          <ac:spMkLst>
            <pc:docMk/>
            <pc:sldMk cId="1092262098" sldId="259"/>
            <ac:spMk id="9" creationId="{84783E85-D8C3-4EFF-B8EC-C7EBB65EE1FF}"/>
          </ac:spMkLst>
        </pc:spChg>
        <pc:spChg chg="add mod">
          <ac:chgData name="Benjamin Abt" userId="7aa89f94c74be9e0" providerId="LiveId" clId="{FB37C0EA-F49C-4252-BE0D-12896269DF44}" dt="2021-11-26T15:10:02.968" v="75" actId="1076"/>
          <ac:spMkLst>
            <pc:docMk/>
            <pc:sldMk cId="1092262098" sldId="259"/>
            <ac:spMk id="10" creationId="{C0CAB91E-1139-4EF0-8700-10223982FC96}"/>
          </ac:spMkLst>
        </pc:spChg>
        <pc:spChg chg="add mod">
          <ac:chgData name="Benjamin Abt" userId="7aa89f94c74be9e0" providerId="LiveId" clId="{FB37C0EA-F49C-4252-BE0D-12896269DF44}" dt="2021-11-26T15:11:57.706" v="105" actId="20577"/>
          <ac:spMkLst>
            <pc:docMk/>
            <pc:sldMk cId="1092262098" sldId="259"/>
            <ac:spMk id="11" creationId="{C90537B0-7AB6-4269-B6CE-43E609540ED3}"/>
          </ac:spMkLst>
        </pc:spChg>
        <pc:picChg chg="add mod">
          <ac:chgData name="Benjamin Abt" userId="7aa89f94c74be9e0" providerId="LiveId" clId="{FB37C0EA-F49C-4252-BE0D-12896269DF44}" dt="2021-11-26T15:10:44.828" v="85" actId="1076"/>
          <ac:picMkLst>
            <pc:docMk/>
            <pc:sldMk cId="1092262098" sldId="259"/>
            <ac:picMk id="4" creationId="{CDB2CFD6-DE1E-4831-A7F1-947FD84F8093}"/>
          </ac:picMkLst>
        </pc:picChg>
        <pc:picChg chg="add mod">
          <ac:chgData name="Benjamin Abt" userId="7aa89f94c74be9e0" providerId="LiveId" clId="{FB37C0EA-F49C-4252-BE0D-12896269DF44}" dt="2021-11-26T15:10:39.023" v="84" actId="167"/>
          <ac:picMkLst>
            <pc:docMk/>
            <pc:sldMk cId="1092262098" sldId="259"/>
            <ac:picMk id="5" creationId="{D02604FB-0D3D-4C91-AA03-FE53D7B90868}"/>
          </ac:picMkLst>
        </pc:picChg>
        <pc:picChg chg="add mod">
          <ac:chgData name="Benjamin Abt" userId="7aa89f94c74be9e0" providerId="LiveId" clId="{FB37C0EA-F49C-4252-BE0D-12896269DF44}" dt="2021-11-26T15:10:44.828" v="85" actId="1076"/>
          <ac:picMkLst>
            <pc:docMk/>
            <pc:sldMk cId="1092262098" sldId="259"/>
            <ac:picMk id="6" creationId="{ADBC9A0D-9EB3-4978-816B-6B3A148C7734}"/>
          </ac:picMkLst>
        </pc:picChg>
        <pc:picChg chg="add mod">
          <ac:chgData name="Benjamin Abt" userId="7aa89f94c74be9e0" providerId="LiveId" clId="{FB37C0EA-F49C-4252-BE0D-12896269DF44}" dt="2021-11-26T15:09:05.130" v="2" actId="1076"/>
          <ac:picMkLst>
            <pc:docMk/>
            <pc:sldMk cId="1092262098" sldId="259"/>
            <ac:picMk id="7" creationId="{E7C4DA1D-0795-4DD6-8636-06C45999D0FA}"/>
          </ac:picMkLst>
        </pc:picChg>
        <pc:picChg chg="add mod">
          <ac:chgData name="Benjamin Abt" userId="7aa89f94c74be9e0" providerId="LiveId" clId="{FB37C0EA-F49C-4252-BE0D-12896269DF44}" dt="2021-11-26T15:12:05.122" v="109" actId="1076"/>
          <ac:picMkLst>
            <pc:docMk/>
            <pc:sldMk cId="1092262098" sldId="259"/>
            <ac:picMk id="1026" creationId="{E3298ECA-48B7-4A19-A9E4-8A164D54DCA8}"/>
          </ac:picMkLst>
        </pc:picChg>
      </pc:sldChg>
    </pc:docChg>
  </pc:docChgLst>
  <pc:docChgLst>
    <pc:chgData name="Benjamin Abt" userId="7aa89f94c74be9e0" providerId="LiveId" clId="{02922904-5B67-47FA-A0B4-06179615EC95}"/>
    <pc:docChg chg="undo custSel addSld modSld">
      <pc:chgData name="Benjamin Abt" userId="7aa89f94c74be9e0" providerId="LiveId" clId="{02922904-5B67-47FA-A0B4-06179615EC95}" dt="2023-05-22T18:20:23.361" v="24" actId="1076"/>
      <pc:docMkLst>
        <pc:docMk/>
      </pc:docMkLst>
      <pc:sldChg chg="addSp delSp modSp add mod">
        <pc:chgData name="Benjamin Abt" userId="7aa89f94c74be9e0" providerId="LiveId" clId="{02922904-5B67-47FA-A0B4-06179615EC95}" dt="2023-05-22T18:20:23.361" v="24" actId="1076"/>
        <pc:sldMkLst>
          <pc:docMk/>
          <pc:sldMk cId="3178543189" sldId="263"/>
        </pc:sldMkLst>
        <pc:spChg chg="add del">
          <ac:chgData name="Benjamin Abt" userId="7aa89f94c74be9e0" providerId="LiveId" clId="{02922904-5B67-47FA-A0B4-06179615EC95}" dt="2023-05-22T18:18:44.020" v="6" actId="22"/>
          <ac:spMkLst>
            <pc:docMk/>
            <pc:sldMk cId="3178543189" sldId="263"/>
            <ac:spMk id="4" creationId="{B5901CB0-7CD0-8D60-A709-CDB517853273}"/>
          </ac:spMkLst>
        </pc:spChg>
        <pc:spChg chg="add del">
          <ac:chgData name="Benjamin Abt" userId="7aa89f94c74be9e0" providerId="LiveId" clId="{02922904-5B67-47FA-A0B4-06179615EC95}" dt="2023-05-22T18:18:48.342" v="8"/>
          <ac:spMkLst>
            <pc:docMk/>
            <pc:sldMk cId="3178543189" sldId="263"/>
            <ac:spMk id="5" creationId="{CB57975F-5C50-2DCB-0F0D-0E7855850B2E}"/>
          </ac:spMkLst>
        </pc:spChg>
        <pc:spChg chg="del">
          <ac:chgData name="Benjamin Abt" userId="7aa89f94c74be9e0" providerId="LiveId" clId="{02922904-5B67-47FA-A0B4-06179615EC95}" dt="2023-05-22T18:19:28.972" v="10" actId="26606"/>
          <ac:spMkLst>
            <pc:docMk/>
            <pc:sldMk cId="3178543189" sldId="263"/>
            <ac:spMk id="11" creationId="{A9F529C3-C941-49FD-8C67-82F134F64BDB}"/>
          </ac:spMkLst>
        </pc:spChg>
        <pc:spChg chg="del">
          <ac:chgData name="Benjamin Abt" userId="7aa89f94c74be9e0" providerId="LiveId" clId="{02922904-5B67-47FA-A0B4-06179615EC95}" dt="2023-05-22T18:19:28.972" v="10" actId="26606"/>
          <ac:spMkLst>
            <pc:docMk/>
            <pc:sldMk cId="3178543189" sldId="263"/>
            <ac:spMk id="13" creationId="{20586029-32A0-47E5-9AEC-AE3ABA6B94D0}"/>
          </ac:spMkLst>
        </pc:spChg>
        <pc:spChg chg="add del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31" creationId="{56827C3C-D52F-46CE-A441-3CD6A1A6A0A2}"/>
          </ac:spMkLst>
        </pc:spChg>
        <pc:spChg chg="add del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33" creationId="{F52A8B51-0A89-497B-B882-6658E029A3F9}"/>
          </ac:spMkLst>
        </pc:spChg>
        <pc:spChg chg="add del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35" creationId="{EB1CEFBF-6F09-4052-862B-E219DA15757E}"/>
          </ac:spMkLst>
        </pc:spChg>
        <pc:spChg chg="add del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37" creationId="{BCB5D417-2A71-445D-B4C7-9E814D633D33}"/>
          </ac:spMkLst>
        </pc:spChg>
        <pc:spChg chg="add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42" creationId="{AA3CC463-F933-4AC4-86E1-5AC14B0C3163}"/>
          </ac:spMkLst>
        </pc:spChg>
        <pc:spChg chg="add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44" creationId="{6025D2DB-A12A-44DB-B00E-F4D622329EDD}"/>
          </ac:spMkLst>
        </pc:spChg>
        <pc:spChg chg="add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46" creationId="{CE7E7877-F64E-4EEA-B778-138031EFF874}"/>
          </ac:spMkLst>
        </pc:spChg>
        <pc:spChg chg="add">
          <ac:chgData name="Benjamin Abt" userId="7aa89f94c74be9e0" providerId="LiveId" clId="{02922904-5B67-47FA-A0B4-06179615EC95}" dt="2023-05-22T18:19:41.446" v="14" actId="26606"/>
          <ac:spMkLst>
            <pc:docMk/>
            <pc:sldMk cId="3178543189" sldId="263"/>
            <ac:spMk id="1048" creationId="{7DD6C4F3-70FD-4F13-919C-702EE4886499}"/>
          </ac:spMkLst>
        </pc:spChg>
        <pc:picChg chg="del">
          <ac:chgData name="Benjamin Abt" userId="7aa89f94c74be9e0" providerId="LiveId" clId="{02922904-5B67-47FA-A0B4-06179615EC95}" dt="2023-05-22T18:17:57.395" v="1" actId="478"/>
          <ac:picMkLst>
            <pc:docMk/>
            <pc:sldMk cId="3178543189" sldId="263"/>
            <ac:picMk id="3" creationId="{6E0A1A7A-03D9-B703-BA3A-15F909D1BDF5}"/>
          </ac:picMkLst>
        </pc:picChg>
        <pc:picChg chg="mod ord">
          <ac:chgData name="Benjamin Abt" userId="7aa89f94c74be9e0" providerId="LiveId" clId="{02922904-5B67-47FA-A0B4-06179615EC95}" dt="2023-05-22T18:19:48.736" v="19" actId="1076"/>
          <ac:picMkLst>
            <pc:docMk/>
            <pc:sldMk cId="3178543189" sldId="263"/>
            <ac:picMk id="6" creationId="{ADBC9A0D-9EB3-4978-816B-6B3A148C7734}"/>
          </ac:picMkLst>
        </pc:picChg>
        <pc:picChg chg="add mod ord">
          <ac:chgData name="Benjamin Abt" userId="7aa89f94c74be9e0" providerId="LiveId" clId="{02922904-5B67-47FA-A0B4-06179615EC95}" dt="2023-05-22T18:20:23.361" v="24" actId="1076"/>
          <ac:picMkLst>
            <pc:docMk/>
            <pc:sldMk cId="3178543189" sldId="263"/>
            <ac:picMk id="9" creationId="{BB1A6F57-FB0D-55C1-8A97-92661161C06F}"/>
          </ac:picMkLst>
        </pc:picChg>
        <pc:picChg chg="add mod ord">
          <ac:chgData name="Benjamin Abt" userId="7aa89f94c74be9e0" providerId="LiveId" clId="{02922904-5B67-47FA-A0B4-06179615EC95}" dt="2023-05-22T18:19:41.446" v="14" actId="26606"/>
          <ac:picMkLst>
            <pc:docMk/>
            <pc:sldMk cId="3178543189" sldId="263"/>
            <ac:picMk id="1026" creationId="{CF6375AB-575A-81E7-AB48-F5D41C96232C}"/>
          </ac:picMkLst>
        </pc:picChg>
        <pc:cxnChg chg="del">
          <ac:chgData name="Benjamin Abt" userId="7aa89f94c74be9e0" providerId="LiveId" clId="{02922904-5B67-47FA-A0B4-06179615EC95}" dt="2023-05-22T18:19:28.972" v="10" actId="26606"/>
          <ac:cxnSpMkLst>
            <pc:docMk/>
            <pc:sldMk cId="3178543189" sldId="263"/>
            <ac:cxnSpMk id="8" creationId="{8C730EAB-A532-4295-A302-FB4B90DB9F5E}"/>
          </ac:cxnSpMkLst>
        </pc:cxnChg>
      </pc:sldChg>
    </pc:docChg>
  </pc:docChgLst>
  <pc:docChgLst>
    <pc:chgData name="Benjamin Abt" userId="7aa89f94c74be9e0" providerId="LiveId" clId="{5C06F946-C34C-4280-A9F2-C7C3D811F371}"/>
    <pc:docChg chg="custSel addSld modSld">
      <pc:chgData name="Benjamin Abt" userId="7aa89f94c74be9e0" providerId="LiveId" clId="{5C06F946-C34C-4280-A9F2-C7C3D811F371}" dt="2023-03-23T09:43:41.340" v="236" actId="121"/>
      <pc:docMkLst>
        <pc:docMk/>
      </pc:docMkLst>
      <pc:sldChg chg="addSp delSp modSp add mod setBg">
        <pc:chgData name="Benjamin Abt" userId="7aa89f94c74be9e0" providerId="LiveId" clId="{5C06F946-C34C-4280-A9F2-C7C3D811F371}" dt="2023-03-08T10:46:32.038" v="11" actId="26606"/>
        <pc:sldMkLst>
          <pc:docMk/>
          <pc:sldMk cId="1853915454" sldId="261"/>
        </pc:sldMkLst>
        <pc:spChg chg="add">
          <ac:chgData name="Benjamin Abt" userId="7aa89f94c74be9e0" providerId="LiveId" clId="{5C06F946-C34C-4280-A9F2-C7C3D811F371}" dt="2023-03-08T10:46:32.038" v="11" actId="26606"/>
          <ac:spMkLst>
            <pc:docMk/>
            <pc:sldMk cId="1853915454" sldId="261"/>
            <ac:spMk id="11" creationId="{A9F529C3-C941-49FD-8C67-82F134F64BDB}"/>
          </ac:spMkLst>
        </pc:spChg>
        <pc:spChg chg="add">
          <ac:chgData name="Benjamin Abt" userId="7aa89f94c74be9e0" providerId="LiveId" clId="{5C06F946-C34C-4280-A9F2-C7C3D811F371}" dt="2023-03-08T10:46:32.038" v="11" actId="26606"/>
          <ac:spMkLst>
            <pc:docMk/>
            <pc:sldMk cId="1853915454" sldId="261"/>
            <ac:spMk id="13" creationId="{20586029-32A0-47E5-9AEC-AE3ABA6B94D0}"/>
          </ac:spMkLst>
        </pc:spChg>
        <pc:spChg chg="del">
          <ac:chgData name="Benjamin Abt" userId="7aa89f94c74be9e0" providerId="LiveId" clId="{5C06F946-C34C-4280-A9F2-C7C3D811F371}" dt="2023-03-08T10:46:02.527" v="4" actId="478"/>
          <ac:spMkLst>
            <pc:docMk/>
            <pc:sldMk cId="1853915454" sldId="261"/>
            <ac:spMk id="18" creationId="{54F94924-BC8B-0C83-3253-66E1915157E3}"/>
          </ac:spMkLst>
        </pc:spChg>
        <pc:spChg chg="del">
          <ac:chgData name="Benjamin Abt" userId="7aa89f94c74be9e0" providerId="LiveId" clId="{5C06F946-C34C-4280-A9F2-C7C3D811F371}" dt="2023-03-08T10:45:57.960" v="2" actId="478"/>
          <ac:spMkLst>
            <pc:docMk/>
            <pc:sldMk cId="1853915454" sldId="261"/>
            <ac:spMk id="19" creationId="{327536DD-8A97-E293-8712-7A51CB097539}"/>
          </ac:spMkLst>
        </pc:spChg>
        <pc:picChg chg="add mod">
          <ac:chgData name="Benjamin Abt" userId="7aa89f94c74be9e0" providerId="LiveId" clId="{5C06F946-C34C-4280-A9F2-C7C3D811F371}" dt="2023-03-08T10:46:32.038" v="11" actId="26606"/>
          <ac:picMkLst>
            <pc:docMk/>
            <pc:sldMk cId="1853915454" sldId="261"/>
            <ac:picMk id="3" creationId="{6E0A1A7A-03D9-B703-BA3A-15F909D1BDF5}"/>
          </ac:picMkLst>
        </pc:picChg>
        <pc:picChg chg="del">
          <ac:chgData name="Benjamin Abt" userId="7aa89f94c74be9e0" providerId="LiveId" clId="{5C06F946-C34C-4280-A9F2-C7C3D811F371}" dt="2023-03-08T10:45:55.037" v="1" actId="478"/>
          <ac:picMkLst>
            <pc:docMk/>
            <pc:sldMk cId="1853915454" sldId="261"/>
            <ac:picMk id="5" creationId="{A899CB7F-DE91-6D02-4E97-A7BDE48ACCF3}"/>
          </ac:picMkLst>
        </pc:picChg>
        <pc:picChg chg="mod">
          <ac:chgData name="Benjamin Abt" userId="7aa89f94c74be9e0" providerId="LiveId" clId="{5C06F946-C34C-4280-A9F2-C7C3D811F371}" dt="2023-03-08T10:46:32.038" v="11" actId="26606"/>
          <ac:picMkLst>
            <pc:docMk/>
            <pc:sldMk cId="1853915454" sldId="261"/>
            <ac:picMk id="6" creationId="{ADBC9A0D-9EB3-4978-816B-6B3A148C7734}"/>
          </ac:picMkLst>
        </pc:picChg>
        <pc:picChg chg="del">
          <ac:chgData name="Benjamin Abt" userId="7aa89f94c74be9e0" providerId="LiveId" clId="{5C06F946-C34C-4280-A9F2-C7C3D811F371}" dt="2023-03-08T10:46:02.527" v="4" actId="478"/>
          <ac:picMkLst>
            <pc:docMk/>
            <pc:sldMk cId="1853915454" sldId="261"/>
            <ac:picMk id="7" creationId="{E7C4DA1D-0795-4DD6-8636-06C45999D0FA}"/>
          </ac:picMkLst>
        </pc:picChg>
        <pc:picChg chg="del">
          <ac:chgData name="Benjamin Abt" userId="7aa89f94c74be9e0" providerId="LiveId" clId="{5C06F946-C34C-4280-A9F2-C7C3D811F371}" dt="2023-03-08T10:46:02.527" v="4" actId="478"/>
          <ac:picMkLst>
            <pc:docMk/>
            <pc:sldMk cId="1853915454" sldId="261"/>
            <ac:picMk id="12" creationId="{ADEECC95-D249-B1C2-924B-DDA576F85227}"/>
          </ac:picMkLst>
        </pc:picChg>
        <pc:picChg chg="del">
          <ac:chgData name="Benjamin Abt" userId="7aa89f94c74be9e0" providerId="LiveId" clId="{5C06F946-C34C-4280-A9F2-C7C3D811F371}" dt="2023-03-08T10:46:02.527" v="4" actId="478"/>
          <ac:picMkLst>
            <pc:docMk/>
            <pc:sldMk cId="1853915454" sldId="261"/>
            <ac:picMk id="15" creationId="{2ACEB384-D38C-7F85-E248-E9D1E40B8C0F}"/>
          </ac:picMkLst>
        </pc:picChg>
        <pc:picChg chg="del">
          <ac:chgData name="Benjamin Abt" userId="7aa89f94c74be9e0" providerId="LiveId" clId="{5C06F946-C34C-4280-A9F2-C7C3D811F371}" dt="2023-03-08T10:46:02.527" v="4" actId="478"/>
          <ac:picMkLst>
            <pc:docMk/>
            <pc:sldMk cId="1853915454" sldId="261"/>
            <ac:picMk id="2050" creationId="{E9EC5727-25BA-EF26-D5F0-31DC5372F0DB}"/>
          </ac:picMkLst>
        </pc:picChg>
        <pc:cxnChg chg="add">
          <ac:chgData name="Benjamin Abt" userId="7aa89f94c74be9e0" providerId="LiveId" clId="{5C06F946-C34C-4280-A9F2-C7C3D811F371}" dt="2023-03-08T10:46:32.038" v="11" actId="26606"/>
          <ac:cxnSpMkLst>
            <pc:docMk/>
            <pc:sldMk cId="1853915454" sldId="261"/>
            <ac:cxnSpMk id="8" creationId="{8C730EAB-A532-4295-A302-FB4B90DB9F5E}"/>
          </ac:cxnSpMkLst>
        </pc:cxnChg>
      </pc:sldChg>
      <pc:sldChg chg="addSp delSp modSp add mod">
        <pc:chgData name="Benjamin Abt" userId="7aa89f94c74be9e0" providerId="LiveId" clId="{5C06F946-C34C-4280-A9F2-C7C3D811F371}" dt="2023-03-23T09:43:41.340" v="236" actId="121"/>
        <pc:sldMkLst>
          <pc:docMk/>
          <pc:sldMk cId="2862609330" sldId="262"/>
        </pc:sldMkLst>
        <pc:spChg chg="add mod">
          <ac:chgData name="Benjamin Abt" userId="7aa89f94c74be9e0" providerId="LiveId" clId="{5C06F946-C34C-4280-A9F2-C7C3D811F371}" dt="2023-03-23T09:40:57.090" v="62" actId="404"/>
          <ac:spMkLst>
            <pc:docMk/>
            <pc:sldMk cId="2862609330" sldId="262"/>
            <ac:spMk id="4" creationId="{00FD21C7-F6B7-93C6-F0D3-0E0099A6B6E3}"/>
          </ac:spMkLst>
        </pc:spChg>
        <pc:spChg chg="add mod">
          <ac:chgData name="Benjamin Abt" userId="7aa89f94c74be9e0" providerId="LiveId" clId="{5C06F946-C34C-4280-A9F2-C7C3D811F371}" dt="2023-03-23T09:42:08.355" v="213" actId="1076"/>
          <ac:spMkLst>
            <pc:docMk/>
            <pc:sldMk cId="2862609330" sldId="262"/>
            <ac:spMk id="8" creationId="{E3C628A1-DA4A-CE61-C4E9-07502ED40303}"/>
          </ac:spMkLst>
        </pc:spChg>
        <pc:spChg chg="add mod">
          <ac:chgData name="Benjamin Abt" userId="7aa89f94c74be9e0" providerId="LiveId" clId="{5C06F946-C34C-4280-A9F2-C7C3D811F371}" dt="2023-03-23T09:43:41.340" v="236" actId="121"/>
          <ac:spMkLst>
            <pc:docMk/>
            <pc:sldMk cId="2862609330" sldId="262"/>
            <ac:spMk id="13" creationId="{BFC6DBCE-34FB-5D06-70F9-76AD9043345C}"/>
          </ac:spMkLst>
        </pc:spChg>
        <pc:spChg chg="del">
          <ac:chgData name="Benjamin Abt" userId="7aa89f94c74be9e0" providerId="LiveId" clId="{5C06F946-C34C-4280-A9F2-C7C3D811F371}" dt="2023-03-23T09:37:12.123" v="13" actId="478"/>
          <ac:spMkLst>
            <pc:docMk/>
            <pc:sldMk cId="2862609330" sldId="262"/>
            <ac:spMk id="18" creationId="{54F94924-BC8B-0C83-3253-66E1915157E3}"/>
          </ac:spMkLst>
        </pc:spChg>
        <pc:spChg chg="del">
          <ac:chgData name="Benjamin Abt" userId="7aa89f94c74be9e0" providerId="LiveId" clId="{5C06F946-C34C-4280-A9F2-C7C3D811F371}" dt="2023-03-23T09:40:31.910" v="19" actId="478"/>
          <ac:spMkLst>
            <pc:docMk/>
            <pc:sldMk cId="2862609330" sldId="262"/>
            <ac:spMk id="19" creationId="{327536DD-8A97-E293-8712-7A51CB097539}"/>
          </ac:spMkLst>
        </pc:spChg>
        <pc:picChg chg="add mod">
          <ac:chgData name="Benjamin Abt" userId="7aa89f94c74be9e0" providerId="LiveId" clId="{5C06F946-C34C-4280-A9F2-C7C3D811F371}" dt="2023-03-23T09:40:36.582" v="21" actId="14100"/>
          <ac:picMkLst>
            <pc:docMk/>
            <pc:sldMk cId="2862609330" sldId="262"/>
            <ac:picMk id="3" creationId="{A720B38A-5E6F-B50A-F491-ABEB80EFCB7E}"/>
          </ac:picMkLst>
        </pc:picChg>
        <pc:picChg chg="del">
          <ac:chgData name="Benjamin Abt" userId="7aa89f94c74be9e0" providerId="LiveId" clId="{5C06F946-C34C-4280-A9F2-C7C3D811F371}" dt="2023-03-23T09:40:20.058" v="15" actId="478"/>
          <ac:picMkLst>
            <pc:docMk/>
            <pc:sldMk cId="2862609330" sldId="262"/>
            <ac:picMk id="5" creationId="{A899CB7F-DE91-6D02-4E97-A7BDE48ACCF3}"/>
          </ac:picMkLst>
        </pc:picChg>
        <pc:picChg chg="del">
          <ac:chgData name="Benjamin Abt" userId="7aa89f94c74be9e0" providerId="LiveId" clId="{5C06F946-C34C-4280-A9F2-C7C3D811F371}" dt="2023-03-23T09:37:13.874" v="14" actId="478"/>
          <ac:picMkLst>
            <pc:docMk/>
            <pc:sldMk cId="2862609330" sldId="262"/>
            <ac:picMk id="6" creationId="{ADBC9A0D-9EB3-4978-816B-6B3A148C7734}"/>
          </ac:picMkLst>
        </pc:picChg>
        <pc:picChg chg="del">
          <ac:chgData name="Benjamin Abt" userId="7aa89f94c74be9e0" providerId="LiveId" clId="{5C06F946-C34C-4280-A9F2-C7C3D811F371}" dt="2023-03-23T09:37:13.874" v="14" actId="478"/>
          <ac:picMkLst>
            <pc:docMk/>
            <pc:sldMk cId="2862609330" sldId="262"/>
            <ac:picMk id="7" creationId="{E7C4DA1D-0795-4DD6-8636-06C45999D0FA}"/>
          </ac:picMkLst>
        </pc:picChg>
        <pc:picChg chg="add mod">
          <ac:chgData name="Benjamin Abt" userId="7aa89f94c74be9e0" providerId="LiveId" clId="{5C06F946-C34C-4280-A9F2-C7C3D811F371}" dt="2023-03-23T09:43:24.158" v="231" actId="1076"/>
          <ac:picMkLst>
            <pc:docMk/>
            <pc:sldMk cId="2862609330" sldId="262"/>
            <ac:picMk id="9" creationId="{74FF4DCE-2BA6-6390-3C97-6BAAFAA4604C}"/>
          </ac:picMkLst>
        </pc:picChg>
        <pc:picChg chg="add mod ord">
          <ac:chgData name="Benjamin Abt" userId="7aa89f94c74be9e0" providerId="LiveId" clId="{5C06F946-C34C-4280-A9F2-C7C3D811F371}" dt="2023-03-23T09:43:21.281" v="230" actId="1076"/>
          <ac:picMkLst>
            <pc:docMk/>
            <pc:sldMk cId="2862609330" sldId="262"/>
            <ac:picMk id="11" creationId="{A9792087-4FF7-64F1-B6CE-BB6005E79DED}"/>
          </ac:picMkLst>
        </pc:picChg>
        <pc:picChg chg="del">
          <ac:chgData name="Benjamin Abt" userId="7aa89f94c74be9e0" providerId="LiveId" clId="{5C06F946-C34C-4280-A9F2-C7C3D811F371}" dt="2023-03-23T09:37:13.874" v="14" actId="478"/>
          <ac:picMkLst>
            <pc:docMk/>
            <pc:sldMk cId="2862609330" sldId="262"/>
            <ac:picMk id="12" creationId="{ADEECC95-D249-B1C2-924B-DDA576F85227}"/>
          </ac:picMkLst>
        </pc:picChg>
        <pc:picChg chg="del">
          <ac:chgData name="Benjamin Abt" userId="7aa89f94c74be9e0" providerId="LiveId" clId="{5C06F946-C34C-4280-A9F2-C7C3D811F371}" dt="2023-03-23T09:37:13.874" v="14" actId="478"/>
          <ac:picMkLst>
            <pc:docMk/>
            <pc:sldMk cId="2862609330" sldId="262"/>
            <ac:picMk id="15" creationId="{2ACEB384-D38C-7F85-E248-E9D1E40B8C0F}"/>
          </ac:picMkLst>
        </pc:picChg>
        <pc:picChg chg="del">
          <ac:chgData name="Benjamin Abt" userId="7aa89f94c74be9e0" providerId="LiveId" clId="{5C06F946-C34C-4280-A9F2-C7C3D811F371}" dt="2023-03-23T09:37:13.874" v="14" actId="478"/>
          <ac:picMkLst>
            <pc:docMk/>
            <pc:sldMk cId="2862609330" sldId="262"/>
            <ac:picMk id="2050" creationId="{E9EC5727-25BA-EF26-D5F0-31DC5372F0DB}"/>
          </ac:picMkLst>
        </pc:picChg>
      </pc:sldChg>
    </pc:docChg>
  </pc:docChgLst>
  <pc:docChgLst>
    <pc:chgData name="Ben Abt" userId="7aa89f94c74be9e0" providerId="LiveId" clId="{0DB8ADA8-D988-4854-AF54-BC441DA8719C}"/>
    <pc:docChg chg="custSel addSld modSld">
      <pc:chgData name="Ben Abt" userId="7aa89f94c74be9e0" providerId="LiveId" clId="{0DB8ADA8-D988-4854-AF54-BC441DA8719C}" dt="2023-10-10T10:03:50.850" v="163" actId="1076"/>
      <pc:docMkLst>
        <pc:docMk/>
      </pc:docMkLst>
      <pc:sldChg chg="addSp delSp modSp new mod">
        <pc:chgData name="Ben Abt" userId="7aa89f94c74be9e0" providerId="LiveId" clId="{0DB8ADA8-D988-4854-AF54-BC441DA8719C}" dt="2023-10-10T10:03:50.850" v="163" actId="1076"/>
        <pc:sldMkLst>
          <pc:docMk/>
          <pc:sldMk cId="2047203887" sldId="264"/>
        </pc:sldMkLst>
        <pc:spChg chg="del">
          <ac:chgData name="Ben Abt" userId="7aa89f94c74be9e0" providerId="LiveId" clId="{0DB8ADA8-D988-4854-AF54-BC441DA8719C}" dt="2023-10-10T09:57:30.739" v="1" actId="478"/>
          <ac:spMkLst>
            <pc:docMk/>
            <pc:sldMk cId="2047203887" sldId="264"/>
            <ac:spMk id="2" creationId="{6D9C316D-B79A-5D9C-8C7E-75C61CB5A28E}"/>
          </ac:spMkLst>
        </pc:spChg>
        <pc:spChg chg="del">
          <ac:chgData name="Ben Abt" userId="7aa89f94c74be9e0" providerId="LiveId" clId="{0DB8ADA8-D988-4854-AF54-BC441DA8719C}" dt="2023-10-10T09:57:30.739" v="1" actId="478"/>
          <ac:spMkLst>
            <pc:docMk/>
            <pc:sldMk cId="2047203887" sldId="264"/>
            <ac:spMk id="3" creationId="{F6EBCB4E-3FB3-99E5-2462-3AA328BA05B8}"/>
          </ac:spMkLst>
        </pc:spChg>
        <pc:spChg chg="add mod">
          <ac:chgData name="Ben Abt" userId="7aa89f94c74be9e0" providerId="LiveId" clId="{0DB8ADA8-D988-4854-AF54-BC441DA8719C}" dt="2023-10-10T10:02:16.648" v="153" actId="20577"/>
          <ac:spMkLst>
            <pc:docMk/>
            <pc:sldMk cId="2047203887" sldId="264"/>
            <ac:spMk id="7" creationId="{CF65D0C5-4BFF-0EEB-5AD0-0F5E4475EAAE}"/>
          </ac:spMkLst>
        </pc:spChg>
        <pc:spChg chg="add mod">
          <ac:chgData name="Ben Abt" userId="7aa89f94c74be9e0" providerId="LiveId" clId="{0DB8ADA8-D988-4854-AF54-BC441DA8719C}" dt="2023-10-10T10:03:50.850" v="163" actId="1076"/>
          <ac:spMkLst>
            <pc:docMk/>
            <pc:sldMk cId="2047203887" sldId="264"/>
            <ac:spMk id="8" creationId="{CDAF39CC-EF1E-8675-6BC0-6ADF9A94AA6E}"/>
          </ac:spMkLst>
        </pc:spChg>
        <pc:spChg chg="add del mod">
          <ac:chgData name="Ben Abt" userId="7aa89f94c74be9e0" providerId="LiveId" clId="{0DB8ADA8-D988-4854-AF54-BC441DA8719C}" dt="2023-10-10T10:02:04.210" v="149" actId="478"/>
          <ac:spMkLst>
            <pc:docMk/>
            <pc:sldMk cId="2047203887" sldId="264"/>
            <ac:spMk id="9" creationId="{61F6BA30-3B5F-2B8E-A4A4-2C371A831845}"/>
          </ac:spMkLst>
        </pc:spChg>
        <pc:picChg chg="add mod">
          <ac:chgData name="Ben Abt" userId="7aa89f94c74be9e0" providerId="LiveId" clId="{0DB8ADA8-D988-4854-AF54-BC441DA8719C}" dt="2023-10-10T10:03:39.937" v="158" actId="14100"/>
          <ac:picMkLst>
            <pc:docMk/>
            <pc:sldMk cId="2047203887" sldId="264"/>
            <ac:picMk id="4" creationId="{F177734A-CEE8-C359-B33C-F72C97538359}"/>
          </ac:picMkLst>
        </pc:picChg>
        <pc:picChg chg="add mod">
          <ac:chgData name="Ben Abt" userId="7aa89f94c74be9e0" providerId="LiveId" clId="{0DB8ADA8-D988-4854-AF54-BC441DA8719C}" dt="2023-10-10T10:03:29.243" v="155" actId="1076"/>
          <ac:picMkLst>
            <pc:docMk/>
            <pc:sldMk cId="2047203887" sldId="264"/>
            <ac:picMk id="6" creationId="{0B1A9CDB-20BF-108C-B539-79A0DEEA18A7}"/>
          </ac:picMkLst>
        </pc:picChg>
        <pc:picChg chg="add">
          <ac:chgData name="Ben Abt" userId="7aa89f94c74be9e0" providerId="LiveId" clId="{0DB8ADA8-D988-4854-AF54-BC441DA8719C}" dt="2023-10-10T09:57:32.051" v="2"/>
          <ac:picMkLst>
            <pc:docMk/>
            <pc:sldMk cId="2047203887" sldId="264"/>
            <ac:picMk id="1026" creationId="{074954C5-53BE-5FAE-18D3-595445BE9D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017A-4494-4EE3-9DA3-5E7E5672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AB320-24C5-4106-8D28-8F66944E3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CB603-5A76-4E3F-8443-F510BF7F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AFFFE-0E48-464D-9DC8-70A97C3C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A6E7-81E2-470E-AF6A-C3FDBAD1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76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201D-7447-482B-AC19-F57FE879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7C8A-FD36-4AD7-BACD-247EBAD22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D4A1-DEEC-4320-90A1-F9C1FA0A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DB072-2390-439C-80CC-DBA79483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BEDB6-0B0A-4E35-AE8A-7D8D1118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65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9F5D-E49E-4256-BBBE-E0488C8E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3E350-3350-454C-B586-D253131E3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36D8D-8613-4CE7-9810-C099823F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D5B55-3741-4ED2-8167-BD8F7124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62B0F-DD81-434D-BF46-CDC73F75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23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676C-A2AA-46CD-84C0-2AC46911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985F6-B17D-469F-BEB0-721A13E62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B9D12-1DC6-4A1E-B035-3A05651BA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B7F3A-B5B0-4C21-8BCF-98D83D26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72F1-21C4-4EE3-9AC7-E204FB7C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778BE-9E42-45FF-B660-639C02DB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574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D32C-F944-42B9-82CE-FC734463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4B629-FBAD-41EE-AA0C-6AA14D65F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3BEE9-CE3B-48AA-ADAA-71E1701D2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FFFE9-4D2E-4A6F-9EC9-582D5E54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47862E-CC75-4533-A10A-AF26C780F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3EF33-1E5C-4228-B4AF-4DE0C47A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C6B31-8911-409C-B070-6DF3071B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9413B-825C-402D-B4E2-B7631D76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19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71A9-6E77-4BE5-A210-D13B1390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05E26-279C-49FB-B3BB-FC19CA36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D987A-3FD4-47F2-8A2F-2A86A9F7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A0D7F-2C4C-4B49-9E2A-D9289E4E6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46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F19E3-CF7E-4A58-9DC4-03F40DEFA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04EA1-8864-4782-AA8F-0349B3E60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08699-D4BF-4A58-9690-CC88B01C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7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D496-BB7A-45E4-A8FC-E7870514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AD6AF-D7A2-43F9-8D08-FF539704C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12B66-E127-4DA9-A867-43325B593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3D445-3925-460D-B9A9-46146283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82857-6E0E-452E-9597-E1D21E4F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F7C31-6ECD-40ED-8A79-9909C59C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2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CF17-64F1-44D8-B6A6-BF4F4E33D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B42BE-5857-4C0A-B7E4-827A5B1AF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31A38-6C33-4A5F-A5FB-B83B0B678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3E2F6-71F3-45CA-B95D-E5DC0C8D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F056C-0356-4531-8AAF-2CE37834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86CA6-5BA9-4002-BDC6-0F96AAD0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45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7C6D-3DE0-4949-983F-8950C477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DE2EC-FCF1-4C74-9B58-3E9D51CD9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58B91-2663-4A8C-A3BF-D3F5272D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B1E3F-FF9E-4B88-8F8A-5706B4A4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A2B31-4246-477F-AC29-A5BFCED9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62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8E4E0-CED3-4CAC-9777-356802CFE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2EDE0-6892-48FF-A19F-5B1056BD4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40588-BBFA-4D4D-8691-FEAAA1D6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2F4B9-CB8B-4372-B0D5-6F882A70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EA4E0-411A-4C21-B0A3-117975D3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586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8B904-A03E-4E16-A3A2-B10B8475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4FC18-8897-4D2D-9165-3B7385E1A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0914F-DB88-4F47-967D-E1ECEBD28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99D4F-1961-4FC7-9095-B2236600A845}" type="datetimeFigureOut">
              <a:rPr lang="de-DE" smtClean="0"/>
              <a:t>24.10.2024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77E10-99AA-4F80-95AB-79DB3388B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DA2AB-D312-4A81-9246-CFDEA399B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F17CF-42B1-42D7-A03D-E7E34A2B534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683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DBC9A0D-9EB3-4978-816B-6B3A148C7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323" y="250113"/>
            <a:ext cx="2300666" cy="13631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TextBox 12">
            <a:extLst>
              <a:ext uri="{FF2B5EF4-FFF2-40B4-BE49-F238E27FC236}">
                <a16:creationId xmlns:a16="http://schemas.microsoft.com/office/drawing/2014/main" id="{84783E85-D8C3-4EFF-B8EC-C7EBB65EE1FF}"/>
              </a:ext>
            </a:extLst>
          </p:cNvPr>
          <p:cNvSpPr txBox="1"/>
          <p:nvPr/>
        </p:nvSpPr>
        <p:spPr>
          <a:xfrm>
            <a:off x="238701" y="819969"/>
            <a:ext cx="6997783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Globaler, skalierender </a:t>
            </a:r>
          </a:p>
          <a:p>
            <a:pPr algn="ctr"/>
            <a:r>
              <a:rPr lang="de-DE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Plattform Gateway mit Azure </a:t>
            </a:r>
            <a:r>
              <a:rPr lang="de-DE" sz="4000" b="1" i="0" dirty="0" err="1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Frontdoor</a:t>
            </a:r>
            <a:r>
              <a:rPr lang="de-DE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 – der Einstieg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0CAB91E-1139-4EF0-8700-10223982FC96}"/>
              </a:ext>
            </a:extLst>
          </p:cNvPr>
          <p:cNvSpPr txBox="1"/>
          <p:nvPr/>
        </p:nvSpPr>
        <p:spPr>
          <a:xfrm>
            <a:off x="238700" y="2856938"/>
            <a:ext cx="6997783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Online Do 5. Mai – 17:30 Uhr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4E10D-646A-4638-8414-B1B118AD4CAA}"/>
              </a:ext>
            </a:extLst>
          </p:cNvPr>
          <p:cNvSpPr txBox="1"/>
          <p:nvPr/>
        </p:nvSpPr>
        <p:spPr>
          <a:xfrm>
            <a:off x="9344846" y="1420133"/>
            <a:ext cx="55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feat</a:t>
            </a:r>
            <a:endParaRPr lang="de-DE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76694D-60A0-49E5-8BF4-2ABA06144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7395" y="250114"/>
            <a:ext cx="2254355" cy="1363144"/>
          </a:xfrm>
          <a:prstGeom prst="rect">
            <a:avLst/>
          </a:prstGeom>
        </p:spPr>
      </p:pic>
      <p:pic>
        <p:nvPicPr>
          <p:cNvPr id="7" name="Graphic 5" descr="Heart with solid fill">
            <a:extLst>
              <a:ext uri="{FF2B5EF4-FFF2-40B4-BE49-F238E27FC236}">
                <a16:creationId xmlns:a16="http://schemas.microsoft.com/office/drawing/2014/main" id="{E7C4DA1D-0795-4DD6-8636-06C45999D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5533" y="1025611"/>
            <a:ext cx="1006319" cy="89208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9C2D5CCA-9637-4CAA-AA2A-856701F5483C}"/>
              </a:ext>
            </a:extLst>
          </p:cNvPr>
          <p:cNvSpPr txBox="1"/>
          <p:nvPr/>
        </p:nvSpPr>
        <p:spPr>
          <a:xfrm>
            <a:off x="3682314" y="3650444"/>
            <a:ext cx="355416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Ab 17:15 Uhr Networking</a:t>
            </a:r>
          </a:p>
        </p:txBody>
      </p:sp>
    </p:spTree>
    <p:extLst>
      <p:ext uri="{BB962C8B-B14F-4D97-AF65-F5344CB8AC3E}">
        <p14:creationId xmlns:p14="http://schemas.microsoft.com/office/powerpoint/2010/main" val="1092262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DBC9A0D-9EB3-4978-816B-6B3A148C7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523" y="241655"/>
            <a:ext cx="2300666" cy="13631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TextBox 12">
            <a:extLst>
              <a:ext uri="{FF2B5EF4-FFF2-40B4-BE49-F238E27FC236}">
                <a16:creationId xmlns:a16="http://schemas.microsoft.com/office/drawing/2014/main" id="{84783E85-D8C3-4EFF-B8EC-C7EBB65EE1FF}"/>
              </a:ext>
            </a:extLst>
          </p:cNvPr>
          <p:cNvSpPr txBox="1"/>
          <p:nvPr/>
        </p:nvSpPr>
        <p:spPr>
          <a:xfrm>
            <a:off x="238701" y="819969"/>
            <a:ext cx="6997783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Microsoft Fabric: Datenanalyse für die Ära der KI (mit Microsoft Build Update!)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0CAB91E-1139-4EF0-8700-10223982FC96}"/>
              </a:ext>
            </a:extLst>
          </p:cNvPr>
          <p:cNvSpPr txBox="1"/>
          <p:nvPr/>
        </p:nvSpPr>
        <p:spPr>
          <a:xfrm>
            <a:off x="238700" y="2856938"/>
            <a:ext cx="6997783" cy="16927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📍</a:t>
            </a:r>
            <a:r>
              <a:rPr lang="de-DE" sz="4000" b="1" dirty="0">
                <a:solidFill>
                  <a:srgbClr val="212121"/>
                </a:solidFill>
                <a:latin typeface="Franklin Gothic Medium" panose="020B0603020102020204" pitchFamily="34" charset="0"/>
              </a:rPr>
              <a:t> 	</a:t>
            </a:r>
            <a:r>
              <a:rPr lang="de-DE" sz="32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Hochschule der Medien Stuttgart</a:t>
            </a:r>
            <a:br>
              <a:rPr lang="de-DE" sz="32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</a:br>
            <a:r>
              <a:rPr lang="de-DE" sz="32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	Donnerstag, 13. Juni 2024</a:t>
            </a:r>
            <a:br>
              <a:rPr lang="de-DE" sz="32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</a:br>
            <a:r>
              <a:rPr lang="de-DE" sz="32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	Ab 18 Uhr</a:t>
            </a:r>
            <a:endParaRPr lang="de-DE" sz="4000" b="1" i="0" dirty="0">
              <a:solidFill>
                <a:srgbClr val="212121"/>
              </a:solidFill>
              <a:effectLst/>
              <a:latin typeface="Franklin Gothic Medium" panose="020B06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4E10D-646A-4638-8414-B1B118AD4CAA}"/>
              </a:ext>
            </a:extLst>
          </p:cNvPr>
          <p:cNvSpPr txBox="1"/>
          <p:nvPr/>
        </p:nvSpPr>
        <p:spPr>
          <a:xfrm>
            <a:off x="9344846" y="1420133"/>
            <a:ext cx="550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feat</a:t>
            </a:r>
            <a:endParaRPr lang="de-DE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0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andelion flower in a field of grass&#10;&#10;Description automatically generated with medium confidence">
            <a:extLst>
              <a:ext uri="{FF2B5EF4-FFF2-40B4-BE49-F238E27FC236}">
                <a16:creationId xmlns:a16="http://schemas.microsoft.com/office/drawing/2014/main" id="{A899CB7F-DE91-6D02-4E97-A7BDE48ACC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" t="11550" r="3166" b="6325"/>
          <a:stretch/>
        </p:blipFill>
        <p:spPr>
          <a:xfrm>
            <a:off x="0" y="-14499"/>
            <a:ext cx="12192000" cy="68869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4F94924-BC8B-0C83-3253-66E1915157E3}"/>
              </a:ext>
            </a:extLst>
          </p:cNvPr>
          <p:cNvSpPr/>
          <p:nvPr/>
        </p:nvSpPr>
        <p:spPr>
          <a:xfrm>
            <a:off x="7481685" y="-15578"/>
            <a:ext cx="4736871" cy="22646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supported by</a:t>
            </a:r>
            <a:endParaRPr lang="de-DE" sz="105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DBC9A0D-9EB3-4978-816B-6B3A148C7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685" y="-15578"/>
            <a:ext cx="2300666" cy="136314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ADEECC95-D249-B1C2-924B-DDA576F852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17"/>
          <a:stretch/>
        </p:blipFill>
        <p:spPr>
          <a:xfrm>
            <a:off x="10109315" y="162275"/>
            <a:ext cx="2000259" cy="118529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Graphic 5" descr="Heart with solid fill">
            <a:extLst>
              <a:ext uri="{FF2B5EF4-FFF2-40B4-BE49-F238E27FC236}">
                <a16:creationId xmlns:a16="http://schemas.microsoft.com/office/drawing/2014/main" id="{E7C4DA1D-0795-4DD6-8636-06C45999D0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5423" y="722372"/>
            <a:ext cx="1213729" cy="107595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pic>
        <p:nvPicPr>
          <p:cNvPr id="15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id="{2ACEB384-D38C-7F85-E248-E9D1E40B8C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0369" y="1517240"/>
            <a:ext cx="2069999" cy="720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27536DD-8A97-E293-8712-7A51CB097539}"/>
              </a:ext>
            </a:extLst>
          </p:cNvPr>
          <p:cNvSpPr/>
          <p:nvPr/>
        </p:nvSpPr>
        <p:spPr>
          <a:xfrm>
            <a:off x="0" y="4078224"/>
            <a:ext cx="12192000" cy="2434336"/>
          </a:xfrm>
          <a:prstGeom prst="rect">
            <a:avLst/>
          </a:prstGeom>
          <a:solidFill>
            <a:schemeClr val="accent5">
              <a:lumMod val="50000"/>
              <a:alpha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Azure </a:t>
            </a:r>
            <a:r>
              <a:rPr lang="de-DE" sz="8000" b="1" i="0" dirty="0" err="1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Sustainability</a:t>
            </a:r>
            <a:r>
              <a:rPr lang="de-DE" sz="80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de-DE" sz="2000" dirty="0" err="1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with</a:t>
            </a:r>
            <a:r>
              <a:rPr lang="de-DE" sz="4000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 Devi Vasudevan, Microsoft</a:t>
            </a:r>
          </a:p>
          <a:p>
            <a:pPr algn="ctr"/>
            <a:r>
              <a:rPr lang="de-DE" sz="20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Tuesday</a:t>
            </a:r>
            <a:r>
              <a:rPr lang="de-DE" sz="40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de-DE" sz="4000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15th Nov 2022 - 17:30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EC5727-25BA-EF26-D5F0-31DC5372F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044" y="1605886"/>
            <a:ext cx="1222317" cy="54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81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adybug on a stick&#10;&#10;Description automatically generated with medium confidence">
            <a:extLst>
              <a:ext uri="{FF2B5EF4-FFF2-40B4-BE49-F238E27FC236}">
                <a16:creationId xmlns:a16="http://schemas.microsoft.com/office/drawing/2014/main" id="{A720B38A-5E6F-B50A-F491-ABEB80EFC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FD21C7-F6B7-93C6-F0D3-0E0099A6B6E3}"/>
              </a:ext>
            </a:extLst>
          </p:cNvPr>
          <p:cNvSpPr/>
          <p:nvPr/>
        </p:nvSpPr>
        <p:spPr>
          <a:xfrm>
            <a:off x="0" y="67477"/>
            <a:ext cx="12192000" cy="2434336"/>
          </a:xfrm>
          <a:prstGeom prst="rect">
            <a:avLst/>
          </a:prstGeom>
          <a:solidFill>
            <a:schemeClr val="accent5">
              <a:lumMod val="50000"/>
              <a:alpha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Azure Stuttgart Security Warmup 2023</a:t>
            </a:r>
            <a:endParaRPr lang="de-DE" sz="2800" i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628A1-DA4A-CE61-C4E9-07502ED40303}"/>
              </a:ext>
            </a:extLst>
          </p:cNvPr>
          <p:cNvSpPr/>
          <p:nvPr/>
        </p:nvSpPr>
        <p:spPr>
          <a:xfrm>
            <a:off x="5900350" y="3947054"/>
            <a:ext cx="6291650" cy="3318719"/>
          </a:xfrm>
          <a:prstGeom prst="rect">
            <a:avLst/>
          </a:prstGeom>
          <a:solidFill>
            <a:schemeClr val="accent5">
              <a:lumMod val="50000"/>
              <a:alpha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32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6. April 2023</a:t>
            </a:r>
            <a:br>
              <a:rPr lang="de-DE" sz="32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</a:br>
            <a:r>
              <a:rPr lang="de-DE" sz="32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Ab 17:30 Uhr</a:t>
            </a:r>
          </a:p>
          <a:p>
            <a:endParaRPr lang="de-DE" sz="3200" b="1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  <a:p>
            <a:r>
              <a:rPr lang="de-DE" sz="3200" b="1" i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Martin Steiner (Microsoft)</a:t>
            </a:r>
          </a:p>
          <a:p>
            <a:r>
              <a:rPr lang="de-DE" sz="3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Florian Bader (AIT GmbH)</a:t>
            </a:r>
            <a:endParaRPr lang="de-DE" sz="1200" i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74FF4DCE-2BA6-6390-3C97-6BAAFAA46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705" y="3096663"/>
            <a:ext cx="2300666" cy="13631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FC6DBCE-34FB-5D06-70F9-76AD9043345C}"/>
              </a:ext>
            </a:extLst>
          </p:cNvPr>
          <p:cNvSpPr/>
          <p:nvPr/>
        </p:nvSpPr>
        <p:spPr>
          <a:xfrm>
            <a:off x="9716705" y="1547802"/>
            <a:ext cx="2300666" cy="13631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supported by</a:t>
            </a:r>
            <a:endParaRPr lang="de-DE" sz="1000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A9792087-4FF7-64F1-B6CE-BB6005E79D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440" y="1596638"/>
            <a:ext cx="1317282" cy="108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0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DBC9A0D-9EB3-4978-816B-6B3A148C7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60440"/>
            <a:ext cx="5294716" cy="3137118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8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0A1A7A-03D9-B703-BA3A-15F909D1B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817" y="1388329"/>
            <a:ext cx="5294715" cy="408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1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41">
            <a:extLst>
              <a:ext uri="{FF2B5EF4-FFF2-40B4-BE49-F238E27FC236}">
                <a16:creationId xmlns:a16="http://schemas.microsoft.com/office/drawing/2014/main" id="{AA3CC463-F933-4AC4-86E1-5AC14B0C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6025D2DB-A12A-44DB-B00E-F4D62232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0672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CE7E7877-F64E-4EEA-B778-138031EFF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0672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6375AB-575A-81E7-AB48-F5D41C962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549" y="3899806"/>
            <a:ext cx="3854945" cy="216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7DD6C4F3-70FD-4F13-919C-702EE4886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DBC9A0D-9EB3-4978-816B-6B3A148C7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20" y="710475"/>
            <a:ext cx="3922121" cy="23238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1A6F57-FB0D-55C1-8A97-92661161C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633" y="1950127"/>
            <a:ext cx="4890389" cy="275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4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ild">
            <a:extLst>
              <a:ext uri="{FF2B5EF4-FFF2-40B4-BE49-F238E27FC236}">
                <a16:creationId xmlns:a16="http://schemas.microsoft.com/office/drawing/2014/main" id="{074954C5-53BE-5FAE-18D3-595445BE9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63" y="0"/>
            <a:ext cx="9107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177734A-CEE8-C359-B33C-F72C97538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517" y="3972210"/>
            <a:ext cx="1424283" cy="84388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0B1A9CDB-20BF-108C-B539-79A0DEEA1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299" y="3972210"/>
            <a:ext cx="1267675" cy="84476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65D0C5-4BFF-0EEB-5AD0-0F5E4475EAAE}"/>
              </a:ext>
            </a:extLst>
          </p:cNvPr>
          <p:cNvSpPr/>
          <p:nvPr/>
        </p:nvSpPr>
        <p:spPr>
          <a:xfrm>
            <a:off x="1957026" y="227023"/>
            <a:ext cx="8277948" cy="945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7CC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Ein Abend </a:t>
            </a:r>
            <a:r>
              <a:rPr lang="en-US" sz="2400" dirty="0" err="1">
                <a:solidFill>
                  <a:srgbClr val="007CC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voller</a:t>
            </a:r>
            <a:r>
              <a:rPr lang="en-US" sz="2400" dirty="0">
                <a:solidFill>
                  <a:srgbClr val="007CC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AI</a:t>
            </a:r>
          </a:p>
          <a:p>
            <a:r>
              <a:rPr lang="en-US" dirty="0">
                <a:solidFill>
                  <a:srgbClr val="007CC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Microsoft Security Copilot – GitHub Copilot - OpenAI</a:t>
            </a:r>
            <a:endParaRPr lang="LID4096" dirty="0">
              <a:solidFill>
                <a:srgbClr val="007CC6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F39CC-EF1E-8675-6BC0-6ADF9A94AA6E}"/>
              </a:ext>
            </a:extLst>
          </p:cNvPr>
          <p:cNvSpPr/>
          <p:nvPr/>
        </p:nvSpPr>
        <p:spPr>
          <a:xfrm>
            <a:off x="5437912" y="3972209"/>
            <a:ext cx="1798106" cy="843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7CC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25. </a:t>
            </a:r>
            <a:r>
              <a:rPr lang="en-US" sz="2000" dirty="0" err="1">
                <a:solidFill>
                  <a:srgbClr val="007CC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Oktober</a:t>
            </a:r>
            <a:endParaRPr lang="LID4096" sz="1600" dirty="0">
              <a:solidFill>
                <a:srgbClr val="007CC6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203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177734A-CEE8-C359-B33C-F72C97538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968" y="1896275"/>
            <a:ext cx="4742249" cy="28097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65D0C5-4BFF-0EEB-5AD0-0F5E4475EAAE}"/>
              </a:ext>
            </a:extLst>
          </p:cNvPr>
          <p:cNvSpPr/>
          <p:nvPr/>
        </p:nvSpPr>
        <p:spPr>
          <a:xfrm>
            <a:off x="3323967" y="302741"/>
            <a:ext cx="4742249" cy="1810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7CC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Location für </a:t>
            </a:r>
            <a:r>
              <a:rPr lang="en-US" sz="3600" b="1" dirty="0" err="1">
                <a:solidFill>
                  <a:srgbClr val="007CC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Communitytreffen</a:t>
            </a:r>
            <a:r>
              <a:rPr lang="en-US" sz="3600" b="1" dirty="0">
                <a:solidFill>
                  <a:srgbClr val="007CC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in Stuttgart </a:t>
            </a:r>
            <a:r>
              <a:rPr lang="en-US" sz="3600" b="1" dirty="0" err="1">
                <a:solidFill>
                  <a:srgbClr val="007CC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gesucht</a:t>
            </a:r>
            <a:r>
              <a:rPr lang="en-US" sz="3600" b="1" dirty="0">
                <a:solidFill>
                  <a:srgbClr val="007CC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!</a:t>
            </a:r>
            <a:endParaRPr lang="LID4096" sz="2800" b="1" dirty="0">
              <a:solidFill>
                <a:srgbClr val="007CC6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77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reet with cars and buses on it&#10;&#10;Description automatically generated">
            <a:extLst>
              <a:ext uri="{FF2B5EF4-FFF2-40B4-BE49-F238E27FC236}">
                <a16:creationId xmlns:a16="http://schemas.microsoft.com/office/drawing/2014/main" id="{CD6C0099-D56B-DAE5-641A-2AA81B9BA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06C11334-D36B-7970-D4CE-5580B7471D53}"/>
              </a:ext>
            </a:extLst>
          </p:cNvPr>
          <p:cNvSpPr txBox="1"/>
          <p:nvPr/>
        </p:nvSpPr>
        <p:spPr>
          <a:xfrm>
            <a:off x="80318" y="60029"/>
            <a:ext cx="742641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000" b="1" i="0" dirty="0">
                <a:solidFill>
                  <a:srgbClr val="212121"/>
                </a:solidFill>
                <a:effectLst/>
                <a:latin typeface="Franklin Gothic Medium" panose="020B0603020102020204" pitchFamily="34" charset="0"/>
              </a:rPr>
              <a:t>Azure Meetup Stuttgart 11/2024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E61B501D-1B19-41D0-269A-C97B8982A346}"/>
              </a:ext>
            </a:extLst>
          </p:cNvPr>
          <p:cNvSpPr txBox="1"/>
          <p:nvPr/>
        </p:nvSpPr>
        <p:spPr>
          <a:xfrm>
            <a:off x="0" y="1281288"/>
            <a:ext cx="7426412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Thema 1: Entwicklung von nativen Cloud-Lösungen mit DAPR</a:t>
            </a:r>
          </a:p>
          <a:p>
            <a:r>
              <a:rPr lang="de-DE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Erfahrungen und Empfehlung bei der Umsetzung von Microservice-</a:t>
            </a:r>
            <a:r>
              <a:rPr lang="de-DE" dirty="0" err="1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Platformen</a:t>
            </a:r>
            <a:endParaRPr lang="de-DE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endParaRPr lang="de-DE" sz="1800" b="1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r>
              <a:rPr lang="de-DE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Thema 2: </a:t>
            </a:r>
            <a:r>
              <a:rPr lang="de-DE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KI in der Medizin:</a:t>
            </a:r>
          </a:p>
          <a:p>
            <a:r>
              <a:rPr lang="de-DE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Einsatz von Sprachmodellen für die Klassifizierung von Arztbriefen.</a:t>
            </a:r>
            <a:br>
              <a:rPr lang="de-DE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</a:br>
            <a: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Ein Erfahrungsbericht aus einem Förderprojekt mit der Uni und dem Klinikum Stuttgart.</a:t>
            </a:r>
            <a:b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b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de-DE" sz="1800" i="0" dirty="0"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Do, 14. November 17:30 Uhr</a:t>
            </a:r>
          </a:p>
          <a:p>
            <a:r>
              <a:rPr lang="de-DE" sz="1800" dirty="0">
                <a:solidFill>
                  <a:srgbClr val="212121"/>
                </a:solidFill>
                <a:latin typeface="Aptos" panose="020B0004020202020204" pitchFamily="34" charset="0"/>
              </a:rPr>
              <a:t>Stuttgart-Vaihingen bei der QUIBIQ GmbH </a:t>
            </a:r>
            <a:endParaRPr lang="de-DE" sz="1800" i="0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de-DE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D74DF9-FBB2-DCD3-A58C-7378DEDEA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29" y="5275405"/>
            <a:ext cx="2739081" cy="962120"/>
          </a:xfrm>
          <a:prstGeom prst="rect">
            <a:avLst/>
          </a:prstGeom>
        </p:spPr>
      </p:pic>
      <p:pic>
        <p:nvPicPr>
          <p:cNvPr id="1026" name="Picture 2" descr="Ein Bild, das Text, Schrift, Logo, Grafiken enthält.&#10;&#10;Automatisch generierte Beschreibung">
            <a:extLst>
              <a:ext uri="{FF2B5EF4-FFF2-40B4-BE49-F238E27FC236}">
                <a16:creationId xmlns:a16="http://schemas.microsoft.com/office/drawing/2014/main" id="{F73C2444-9659-CCB5-171D-154FC73A6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5409596"/>
            <a:ext cx="1989137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69972446-9642-0D61-8CA2-C7C6B747F6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270890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88407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Calibri Light</vt:lpstr>
      <vt:lpstr>Franklin Gothic Medium</vt:lpstr>
      <vt:lpstr>Segoe UI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Abt</dc:creator>
  <cp:lastModifiedBy>Ben Abt</cp:lastModifiedBy>
  <cp:revision>1</cp:revision>
  <dcterms:created xsi:type="dcterms:W3CDTF">2021-10-28T08:36:28Z</dcterms:created>
  <dcterms:modified xsi:type="dcterms:W3CDTF">2024-10-24T08:45:23Z</dcterms:modified>
</cp:coreProperties>
</file>